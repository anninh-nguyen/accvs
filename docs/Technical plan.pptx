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12192000" cy="6858000"/>
  <p:embeddedFontLst>
    <p:embeddedFont>
      <p:font typeface="Roboto"/>
      <p:regular r:id="rId18"/>
      <p:bold r:id="rId19"/>
      <p:italic r:id="rId20"/>
      <p:boldItalic r:id="rId21"/>
    </p:embeddedFont>
    <p:embeddedFont>
      <p:font typeface="Noto Sans"/>
      <p:regular r:id="rId22"/>
      <p:bold r:id="rId23"/>
      <p:italic r:id="rId24"/>
      <p:boldItalic r:id="rId25"/>
    </p:embeddedFont>
    <p:embeddedFont>
      <p:font typeface="Arial Black"/>
      <p:regular r:id="rId26"/>
    </p:embeddedFont>
    <p:embeddedFont>
      <p:font typeface="Carli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h61TteiO45mJx4fpfb+6kOtoYR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EED9098-8659-4D2D-8282-F9C6700DB15C}">
  <a:tblStyle styleId="{0EED9098-8659-4D2D-8282-F9C6700DB15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NotoSans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NotoSans-italic.fntdata"/><Relationship Id="rId23" Type="http://schemas.openxmlformats.org/officeDocument/2006/relationships/font" Target="fonts/Noto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rialBlack-regular.fntdata"/><Relationship Id="rId25" Type="http://schemas.openxmlformats.org/officeDocument/2006/relationships/font" Target="fonts/NotoSans-boldItalic.fntdata"/><Relationship Id="rId28" Type="http://schemas.openxmlformats.org/officeDocument/2006/relationships/font" Target="fonts/Carlito-bold.fntdata"/><Relationship Id="rId27" Type="http://schemas.openxmlformats.org/officeDocument/2006/relationships/font" Target="fonts/Carli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Carli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Carli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8b8cd57c9_0_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8b8cd57c9_0_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8b8cd57c9_0_24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8b8cd57c9_0_24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8b8cd57c9_0_32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8b8cd57c9_0_32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8b8cd57c9_0_33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8b8cd57c9_0_33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8b8cd57c9_0_342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8b8cd57c9_0_34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8b8cd57c9_0_34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8b8cd57c9_0_34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8b8cd57c9_0_35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8b8cd57c9_0_35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8b8cd57c9_0_36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8b8cd57c9_0_36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/>
          <p:nvPr>
            <p:ph type="title"/>
          </p:nvPr>
        </p:nvSpPr>
        <p:spPr>
          <a:xfrm>
            <a:off x="843295" y="1371600"/>
            <a:ext cx="7800492" cy="1238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" type="body"/>
          </p:nvPr>
        </p:nvSpPr>
        <p:spPr>
          <a:xfrm>
            <a:off x="843295" y="2610079"/>
            <a:ext cx="5603875" cy="2160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2pPr>
            <a:lvl3pPr lvl="2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3pPr>
            <a:lvl4pPr lvl="3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4pPr>
            <a:lvl5pPr lvl="4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5pPr>
            <a:lvl6pPr lvl="5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6pPr>
            <a:lvl7pPr lvl="6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7pPr>
            <a:lvl8pPr lvl="7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8pPr>
            <a:lvl9pPr lvl="8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ctrTitle"/>
          </p:nvPr>
        </p:nvSpPr>
        <p:spPr>
          <a:xfrm>
            <a:off x="846226" y="2654554"/>
            <a:ext cx="2907029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1" type="ftr"/>
          </p:nvPr>
        </p:nvSpPr>
        <p:spPr>
          <a:xfrm>
            <a:off x="510946" y="6228279"/>
            <a:ext cx="288544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2pPr>
            <a:lvl3pPr lvl="2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3pPr>
            <a:lvl4pPr lvl="3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4pPr>
            <a:lvl5pPr lvl="4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5pPr>
            <a:lvl6pPr lvl="5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6pPr>
            <a:lvl7pPr lvl="6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7pPr>
            <a:lvl8pPr lvl="7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8pPr>
            <a:lvl9pPr lvl="8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43295" y="1371600"/>
            <a:ext cx="7800492" cy="1238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1" type="ftr"/>
          </p:nvPr>
        </p:nvSpPr>
        <p:spPr>
          <a:xfrm>
            <a:off x="510946" y="6228279"/>
            <a:ext cx="288544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2pPr>
            <a:lvl3pPr lvl="2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3pPr>
            <a:lvl4pPr lvl="3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4pPr>
            <a:lvl5pPr lvl="4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5pPr>
            <a:lvl6pPr lvl="5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6pPr>
            <a:lvl7pPr lvl="6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7pPr>
            <a:lvl8pPr lvl="7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8pPr>
            <a:lvl9pPr lvl="8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43295" y="1371600"/>
            <a:ext cx="7800492" cy="1238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510946" y="6228279"/>
            <a:ext cx="288544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2" type="sldNum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2pPr>
            <a:lvl3pPr lvl="2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3pPr>
            <a:lvl4pPr lvl="3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4pPr>
            <a:lvl5pPr lvl="4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5pPr>
            <a:lvl6pPr lvl="5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6pPr>
            <a:lvl7pPr lvl="6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7pPr>
            <a:lvl8pPr lvl="7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8pPr>
            <a:lvl9pPr lvl="8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idx="11" type="ftr"/>
          </p:nvPr>
        </p:nvSpPr>
        <p:spPr>
          <a:xfrm>
            <a:off x="510946" y="6228279"/>
            <a:ext cx="288544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2pPr>
            <a:lvl3pPr lvl="2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3pPr>
            <a:lvl4pPr lvl="3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4pPr>
            <a:lvl5pPr lvl="4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5pPr>
            <a:lvl6pPr lvl="5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6pPr>
            <a:lvl7pPr lvl="6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7pPr>
            <a:lvl8pPr lvl="7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8pPr>
            <a:lvl9pPr lvl="8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/>
          <p:nvPr/>
        </p:nvSpPr>
        <p:spPr>
          <a:xfrm>
            <a:off x="0" y="6614907"/>
            <a:ext cx="12192000" cy="243204"/>
          </a:xfrm>
          <a:custGeom>
            <a:rect b="b" l="l" r="r" t="t"/>
            <a:pathLst>
              <a:path extrusionOk="0" h="243204" w="12192000">
                <a:moveTo>
                  <a:pt x="12192000" y="0"/>
                </a:moveTo>
                <a:lnTo>
                  <a:pt x="0" y="0"/>
                </a:lnTo>
                <a:lnTo>
                  <a:pt x="0" y="243090"/>
                </a:lnTo>
                <a:lnTo>
                  <a:pt x="12192000" y="24309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9FB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7" name="Google Shape;7;p8"/>
          <p:cNvGrpSpPr/>
          <p:nvPr/>
        </p:nvGrpSpPr>
        <p:grpSpPr>
          <a:xfrm>
            <a:off x="10297539" y="9850"/>
            <a:ext cx="1231640" cy="1142915"/>
            <a:chOff x="9601200" y="0"/>
            <a:chExt cx="2159635" cy="2004060"/>
          </a:xfrm>
        </p:grpSpPr>
        <p:sp>
          <p:nvSpPr>
            <p:cNvPr id="8" name="Google Shape;8;p8"/>
            <p:cNvSpPr/>
            <p:nvPr/>
          </p:nvSpPr>
          <p:spPr>
            <a:xfrm>
              <a:off x="9601200" y="0"/>
              <a:ext cx="2159635" cy="2004060"/>
            </a:xfrm>
            <a:custGeom>
              <a:rect b="b" l="l" r="r" t="t"/>
              <a:pathLst>
                <a:path extrusionOk="0" h="2004060" w="2159634">
                  <a:moveTo>
                    <a:pt x="0" y="0"/>
                  </a:moveTo>
                  <a:lnTo>
                    <a:pt x="2159614" y="0"/>
                  </a:lnTo>
                  <a:lnTo>
                    <a:pt x="2159614" y="2003939"/>
                  </a:lnTo>
                  <a:lnTo>
                    <a:pt x="0" y="2003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" name="Google Shape;9;p8"/>
            <p:cNvSpPr/>
            <p:nvPr/>
          </p:nvSpPr>
          <p:spPr>
            <a:xfrm>
              <a:off x="10331527" y="525665"/>
              <a:ext cx="701675" cy="675640"/>
            </a:xfrm>
            <a:custGeom>
              <a:rect b="b" l="l" r="r" t="t"/>
              <a:pathLst>
                <a:path extrusionOk="0" h="675640" w="701675">
                  <a:moveTo>
                    <a:pt x="318452" y="330733"/>
                  </a:moveTo>
                  <a:lnTo>
                    <a:pt x="307911" y="230809"/>
                  </a:lnTo>
                  <a:lnTo>
                    <a:pt x="284073" y="146837"/>
                  </a:lnTo>
                  <a:lnTo>
                    <a:pt x="238366" y="76581"/>
                  </a:lnTo>
                  <a:lnTo>
                    <a:pt x="197891" y="46177"/>
                  </a:lnTo>
                  <a:lnTo>
                    <a:pt x="156108" y="24155"/>
                  </a:lnTo>
                  <a:lnTo>
                    <a:pt x="116433" y="9194"/>
                  </a:lnTo>
                  <a:lnTo>
                    <a:pt x="82245" y="0"/>
                  </a:lnTo>
                  <a:lnTo>
                    <a:pt x="82245" y="148323"/>
                  </a:lnTo>
                  <a:lnTo>
                    <a:pt x="117640" y="158292"/>
                  </a:lnTo>
                  <a:lnTo>
                    <a:pt x="157937" y="173443"/>
                  </a:lnTo>
                  <a:lnTo>
                    <a:pt x="199936" y="194983"/>
                  </a:lnTo>
                  <a:lnTo>
                    <a:pt x="240411" y="224167"/>
                  </a:lnTo>
                  <a:lnTo>
                    <a:pt x="269849" y="250113"/>
                  </a:lnTo>
                  <a:lnTo>
                    <a:pt x="301548" y="293408"/>
                  </a:lnTo>
                  <a:lnTo>
                    <a:pt x="318452" y="330733"/>
                  </a:lnTo>
                  <a:close/>
                </a:path>
                <a:path extrusionOk="0" h="675640" w="701675">
                  <a:moveTo>
                    <a:pt x="328942" y="675411"/>
                  </a:moveTo>
                  <a:lnTo>
                    <a:pt x="305904" y="472757"/>
                  </a:lnTo>
                  <a:lnTo>
                    <a:pt x="289534" y="399288"/>
                  </a:lnTo>
                  <a:lnTo>
                    <a:pt x="271462" y="358775"/>
                  </a:lnTo>
                  <a:lnTo>
                    <a:pt x="243979" y="319646"/>
                  </a:lnTo>
                  <a:lnTo>
                    <a:pt x="204927" y="284784"/>
                  </a:lnTo>
                  <a:lnTo>
                    <a:pt x="130848" y="246494"/>
                  </a:lnTo>
                  <a:lnTo>
                    <a:pt x="65087" y="230873"/>
                  </a:lnTo>
                  <a:lnTo>
                    <a:pt x="18008" y="228447"/>
                  </a:lnTo>
                  <a:lnTo>
                    <a:pt x="0" y="229730"/>
                  </a:lnTo>
                  <a:lnTo>
                    <a:pt x="0" y="479069"/>
                  </a:lnTo>
                  <a:lnTo>
                    <a:pt x="28714" y="479526"/>
                  </a:lnTo>
                  <a:lnTo>
                    <a:pt x="51930" y="482803"/>
                  </a:lnTo>
                  <a:lnTo>
                    <a:pt x="131025" y="508952"/>
                  </a:lnTo>
                  <a:lnTo>
                    <a:pt x="213982" y="553770"/>
                  </a:lnTo>
                  <a:lnTo>
                    <a:pt x="276237" y="608901"/>
                  </a:lnTo>
                  <a:lnTo>
                    <a:pt x="315366" y="655675"/>
                  </a:lnTo>
                  <a:lnTo>
                    <a:pt x="328942" y="675411"/>
                  </a:lnTo>
                  <a:close/>
                </a:path>
                <a:path extrusionOk="0" h="675640" w="701675">
                  <a:moveTo>
                    <a:pt x="618121" y="0"/>
                  </a:moveTo>
                  <a:lnTo>
                    <a:pt x="544601" y="24155"/>
                  </a:lnTo>
                  <a:lnTo>
                    <a:pt x="503059" y="46177"/>
                  </a:lnTo>
                  <a:lnTo>
                    <a:pt x="462711" y="76581"/>
                  </a:lnTo>
                  <a:lnTo>
                    <a:pt x="417207" y="121272"/>
                  </a:lnTo>
                  <a:lnTo>
                    <a:pt x="393687" y="162648"/>
                  </a:lnTo>
                  <a:lnTo>
                    <a:pt x="384670" y="224523"/>
                  </a:lnTo>
                  <a:lnTo>
                    <a:pt x="382638" y="330733"/>
                  </a:lnTo>
                  <a:lnTo>
                    <a:pt x="387578" y="320255"/>
                  </a:lnTo>
                  <a:lnTo>
                    <a:pt x="402323" y="293916"/>
                  </a:lnTo>
                  <a:lnTo>
                    <a:pt x="426732" y="259346"/>
                  </a:lnTo>
                  <a:lnTo>
                    <a:pt x="460667" y="224167"/>
                  </a:lnTo>
                  <a:lnTo>
                    <a:pt x="501421" y="195414"/>
                  </a:lnTo>
                  <a:lnTo>
                    <a:pt x="543293" y="174078"/>
                  </a:lnTo>
                  <a:lnTo>
                    <a:pt x="583234" y="158991"/>
                  </a:lnTo>
                  <a:lnTo>
                    <a:pt x="618121" y="148983"/>
                  </a:lnTo>
                  <a:lnTo>
                    <a:pt x="618121" y="0"/>
                  </a:lnTo>
                  <a:close/>
                </a:path>
                <a:path extrusionOk="0" h="675640" w="701675">
                  <a:moveTo>
                    <a:pt x="701078" y="229730"/>
                  </a:moveTo>
                  <a:lnTo>
                    <a:pt x="635990" y="230873"/>
                  </a:lnTo>
                  <a:lnTo>
                    <a:pt x="570230" y="246494"/>
                  </a:lnTo>
                  <a:lnTo>
                    <a:pt x="496150" y="284784"/>
                  </a:lnTo>
                  <a:lnTo>
                    <a:pt x="457111" y="319646"/>
                  </a:lnTo>
                  <a:lnTo>
                    <a:pt x="429615" y="358775"/>
                  </a:lnTo>
                  <a:lnTo>
                    <a:pt x="411556" y="399288"/>
                  </a:lnTo>
                  <a:lnTo>
                    <a:pt x="400786" y="438251"/>
                  </a:lnTo>
                  <a:lnTo>
                    <a:pt x="372135" y="675411"/>
                  </a:lnTo>
                  <a:lnTo>
                    <a:pt x="385622" y="655675"/>
                  </a:lnTo>
                  <a:lnTo>
                    <a:pt x="424573" y="608901"/>
                  </a:lnTo>
                  <a:lnTo>
                    <a:pt x="486816" y="553770"/>
                  </a:lnTo>
                  <a:lnTo>
                    <a:pt x="570103" y="508952"/>
                  </a:lnTo>
                  <a:lnTo>
                    <a:pt x="619175" y="491680"/>
                  </a:lnTo>
                  <a:lnTo>
                    <a:pt x="672388" y="479526"/>
                  </a:lnTo>
                  <a:lnTo>
                    <a:pt x="701078" y="479069"/>
                  </a:lnTo>
                  <a:lnTo>
                    <a:pt x="701078" y="229730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0" name="Google Shape;10;p8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0591457" y="426052"/>
              <a:ext cx="180494" cy="215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11;p8"/>
            <p:cNvSpPr/>
            <p:nvPr/>
          </p:nvSpPr>
          <p:spPr>
            <a:xfrm>
              <a:off x="9916885" y="1339646"/>
              <a:ext cx="1530985" cy="297180"/>
            </a:xfrm>
            <a:custGeom>
              <a:rect b="b" l="l" r="r" t="t"/>
              <a:pathLst>
                <a:path extrusionOk="0" h="297180" w="1530984">
                  <a:moveTo>
                    <a:pt x="66205" y="283400"/>
                  </a:moveTo>
                  <a:lnTo>
                    <a:pt x="15328" y="283400"/>
                  </a:lnTo>
                  <a:lnTo>
                    <a:pt x="15328" y="245110"/>
                  </a:lnTo>
                  <a:lnTo>
                    <a:pt x="60629" y="245110"/>
                  </a:lnTo>
                  <a:lnTo>
                    <a:pt x="60629" y="233959"/>
                  </a:lnTo>
                  <a:lnTo>
                    <a:pt x="15328" y="233959"/>
                  </a:lnTo>
                  <a:lnTo>
                    <a:pt x="15328" y="199847"/>
                  </a:lnTo>
                  <a:lnTo>
                    <a:pt x="63423" y="199847"/>
                  </a:lnTo>
                  <a:lnTo>
                    <a:pt x="63423" y="188696"/>
                  </a:lnTo>
                  <a:lnTo>
                    <a:pt x="0" y="188696"/>
                  </a:lnTo>
                  <a:lnTo>
                    <a:pt x="0" y="295249"/>
                  </a:lnTo>
                  <a:lnTo>
                    <a:pt x="66205" y="295249"/>
                  </a:lnTo>
                  <a:lnTo>
                    <a:pt x="66205" y="283400"/>
                  </a:lnTo>
                  <a:close/>
                </a:path>
                <a:path extrusionOk="0" h="297180" w="1530984">
                  <a:moveTo>
                    <a:pt x="189560" y="295249"/>
                  </a:moveTo>
                  <a:lnTo>
                    <a:pt x="177088" y="261823"/>
                  </a:lnTo>
                  <a:lnTo>
                    <a:pt x="172935" y="250685"/>
                  </a:lnTo>
                  <a:lnTo>
                    <a:pt x="157492" y="209245"/>
                  </a:lnTo>
                  <a:lnTo>
                    <a:pt x="157492" y="250685"/>
                  </a:lnTo>
                  <a:lnTo>
                    <a:pt x="122656" y="250685"/>
                  </a:lnTo>
                  <a:lnTo>
                    <a:pt x="133794" y="220040"/>
                  </a:lnTo>
                  <a:lnTo>
                    <a:pt x="135902" y="213779"/>
                  </a:lnTo>
                  <a:lnTo>
                    <a:pt x="137985" y="206806"/>
                  </a:lnTo>
                  <a:lnTo>
                    <a:pt x="140081" y="200545"/>
                  </a:lnTo>
                  <a:lnTo>
                    <a:pt x="142163" y="206806"/>
                  </a:lnTo>
                  <a:lnTo>
                    <a:pt x="143560" y="213080"/>
                  </a:lnTo>
                  <a:lnTo>
                    <a:pt x="146354" y="220040"/>
                  </a:lnTo>
                  <a:lnTo>
                    <a:pt x="157492" y="250685"/>
                  </a:lnTo>
                  <a:lnTo>
                    <a:pt x="157492" y="209245"/>
                  </a:lnTo>
                  <a:lnTo>
                    <a:pt x="154254" y="200545"/>
                  </a:lnTo>
                  <a:lnTo>
                    <a:pt x="149834" y="188696"/>
                  </a:lnTo>
                  <a:lnTo>
                    <a:pt x="131013" y="188696"/>
                  </a:lnTo>
                  <a:lnTo>
                    <a:pt x="91287" y="295249"/>
                  </a:lnTo>
                  <a:lnTo>
                    <a:pt x="107327" y="295249"/>
                  </a:lnTo>
                  <a:lnTo>
                    <a:pt x="119164" y="261823"/>
                  </a:lnTo>
                  <a:lnTo>
                    <a:pt x="160985" y="261823"/>
                  </a:lnTo>
                  <a:lnTo>
                    <a:pt x="173532" y="295249"/>
                  </a:lnTo>
                  <a:lnTo>
                    <a:pt x="189560" y="295249"/>
                  </a:lnTo>
                  <a:close/>
                </a:path>
                <a:path extrusionOk="0" h="297180" w="1530984">
                  <a:moveTo>
                    <a:pt x="243217" y="2082"/>
                  </a:moveTo>
                  <a:lnTo>
                    <a:pt x="227888" y="2082"/>
                  </a:lnTo>
                  <a:lnTo>
                    <a:pt x="227888" y="64757"/>
                  </a:lnTo>
                  <a:lnTo>
                    <a:pt x="225869" y="80073"/>
                  </a:lnTo>
                  <a:lnTo>
                    <a:pt x="220129" y="90690"/>
                  </a:lnTo>
                  <a:lnTo>
                    <a:pt x="211124" y="96875"/>
                  </a:lnTo>
                  <a:lnTo>
                    <a:pt x="199313" y="98869"/>
                  </a:lnTo>
                  <a:lnTo>
                    <a:pt x="188595" y="96875"/>
                  </a:lnTo>
                  <a:lnTo>
                    <a:pt x="179971" y="90690"/>
                  </a:lnTo>
                  <a:lnTo>
                    <a:pt x="174231" y="80073"/>
                  </a:lnTo>
                  <a:lnTo>
                    <a:pt x="172135" y="64757"/>
                  </a:lnTo>
                  <a:lnTo>
                    <a:pt x="172135" y="2082"/>
                  </a:lnTo>
                  <a:lnTo>
                    <a:pt x="156794" y="2082"/>
                  </a:lnTo>
                  <a:lnTo>
                    <a:pt x="156794" y="64757"/>
                  </a:lnTo>
                  <a:lnTo>
                    <a:pt x="160007" y="85636"/>
                  </a:lnTo>
                  <a:lnTo>
                    <a:pt x="168910" y="99656"/>
                  </a:lnTo>
                  <a:lnTo>
                    <a:pt x="182384" y="107556"/>
                  </a:lnTo>
                  <a:lnTo>
                    <a:pt x="199313" y="110020"/>
                  </a:lnTo>
                  <a:lnTo>
                    <a:pt x="216750" y="107442"/>
                  </a:lnTo>
                  <a:lnTo>
                    <a:pt x="230670" y="99314"/>
                  </a:lnTo>
                  <a:lnTo>
                    <a:pt x="230962" y="98869"/>
                  </a:lnTo>
                  <a:lnTo>
                    <a:pt x="239890" y="85051"/>
                  </a:lnTo>
                  <a:lnTo>
                    <a:pt x="243103" y="64757"/>
                  </a:lnTo>
                  <a:lnTo>
                    <a:pt x="243217" y="2082"/>
                  </a:lnTo>
                  <a:close/>
                </a:path>
                <a:path extrusionOk="0" h="297180" w="1530984">
                  <a:moveTo>
                    <a:pt x="282943" y="266001"/>
                  </a:moveTo>
                  <a:lnTo>
                    <a:pt x="252971" y="234657"/>
                  </a:lnTo>
                  <a:lnTo>
                    <a:pt x="242620" y="230530"/>
                  </a:lnTo>
                  <a:lnTo>
                    <a:pt x="235458" y="226136"/>
                  </a:lnTo>
                  <a:lnTo>
                    <a:pt x="231317" y="220954"/>
                  </a:lnTo>
                  <a:lnTo>
                    <a:pt x="229971" y="214464"/>
                  </a:lnTo>
                  <a:lnTo>
                    <a:pt x="231203" y="208737"/>
                  </a:lnTo>
                  <a:lnTo>
                    <a:pt x="235115" y="203593"/>
                  </a:lnTo>
                  <a:lnTo>
                    <a:pt x="242023" y="199885"/>
                  </a:lnTo>
                  <a:lnTo>
                    <a:pt x="252272" y="198462"/>
                  </a:lnTo>
                  <a:lnTo>
                    <a:pt x="262724" y="198462"/>
                  </a:lnTo>
                  <a:lnTo>
                    <a:pt x="270395" y="201244"/>
                  </a:lnTo>
                  <a:lnTo>
                    <a:pt x="274574" y="203327"/>
                  </a:lnTo>
                  <a:lnTo>
                    <a:pt x="276402" y="198462"/>
                  </a:lnTo>
                  <a:lnTo>
                    <a:pt x="252272" y="186613"/>
                  </a:lnTo>
                  <a:lnTo>
                    <a:pt x="236982" y="188836"/>
                  </a:lnTo>
                  <a:lnTo>
                    <a:pt x="225094" y="194970"/>
                  </a:lnTo>
                  <a:lnTo>
                    <a:pt x="217385" y="204241"/>
                  </a:lnTo>
                  <a:lnTo>
                    <a:pt x="214642" y="215861"/>
                  </a:lnTo>
                  <a:lnTo>
                    <a:pt x="216789" y="225831"/>
                  </a:lnTo>
                  <a:lnTo>
                    <a:pt x="222923" y="233959"/>
                  </a:lnTo>
                  <a:lnTo>
                    <a:pt x="232575" y="240538"/>
                  </a:lnTo>
                  <a:lnTo>
                    <a:pt x="255549" y="250063"/>
                  </a:lnTo>
                  <a:lnTo>
                    <a:pt x="262470" y="254774"/>
                  </a:lnTo>
                  <a:lnTo>
                    <a:pt x="266369" y="260388"/>
                  </a:lnTo>
                  <a:lnTo>
                    <a:pt x="267601" y="267385"/>
                  </a:lnTo>
                  <a:lnTo>
                    <a:pt x="265950" y="274624"/>
                  </a:lnTo>
                  <a:lnTo>
                    <a:pt x="261162" y="280352"/>
                  </a:lnTo>
                  <a:lnTo>
                    <a:pt x="253492" y="284124"/>
                  </a:lnTo>
                  <a:lnTo>
                    <a:pt x="243217" y="285496"/>
                  </a:lnTo>
                  <a:lnTo>
                    <a:pt x="235534" y="284886"/>
                  </a:lnTo>
                  <a:lnTo>
                    <a:pt x="228320" y="283311"/>
                  </a:lnTo>
                  <a:lnTo>
                    <a:pt x="221754" y="281089"/>
                  </a:lnTo>
                  <a:lnTo>
                    <a:pt x="216039" y="278523"/>
                  </a:lnTo>
                  <a:lnTo>
                    <a:pt x="212559" y="289674"/>
                  </a:lnTo>
                  <a:lnTo>
                    <a:pt x="218198" y="292531"/>
                  </a:lnTo>
                  <a:lnTo>
                    <a:pt x="225361" y="294728"/>
                  </a:lnTo>
                  <a:lnTo>
                    <a:pt x="233426" y="296138"/>
                  </a:lnTo>
                  <a:lnTo>
                    <a:pt x="241820" y="296633"/>
                  </a:lnTo>
                  <a:lnTo>
                    <a:pt x="260007" y="294195"/>
                  </a:lnTo>
                  <a:lnTo>
                    <a:pt x="272834" y="287578"/>
                  </a:lnTo>
                  <a:lnTo>
                    <a:pt x="274459" y="285496"/>
                  </a:lnTo>
                  <a:lnTo>
                    <a:pt x="280441" y="277837"/>
                  </a:lnTo>
                  <a:lnTo>
                    <a:pt x="282943" y="266001"/>
                  </a:lnTo>
                  <a:close/>
                </a:path>
                <a:path extrusionOk="0" h="297180" w="1530984">
                  <a:moveTo>
                    <a:pt x="372135" y="2082"/>
                  </a:moveTo>
                  <a:lnTo>
                    <a:pt x="358203" y="2082"/>
                  </a:lnTo>
                  <a:lnTo>
                    <a:pt x="358292" y="62674"/>
                  </a:lnTo>
                  <a:lnTo>
                    <a:pt x="358381" y="69024"/>
                  </a:lnTo>
                  <a:lnTo>
                    <a:pt x="358787" y="79451"/>
                  </a:lnTo>
                  <a:lnTo>
                    <a:pt x="359600" y="89827"/>
                  </a:lnTo>
                  <a:lnTo>
                    <a:pt x="359600" y="90525"/>
                  </a:lnTo>
                  <a:lnTo>
                    <a:pt x="338683" y="55702"/>
                  </a:lnTo>
                  <a:lnTo>
                    <a:pt x="312788" y="18808"/>
                  </a:lnTo>
                  <a:lnTo>
                    <a:pt x="301053" y="2082"/>
                  </a:lnTo>
                  <a:lnTo>
                    <a:pt x="284340" y="2082"/>
                  </a:lnTo>
                  <a:lnTo>
                    <a:pt x="284340" y="108635"/>
                  </a:lnTo>
                  <a:lnTo>
                    <a:pt x="298970" y="108635"/>
                  </a:lnTo>
                  <a:lnTo>
                    <a:pt x="298843" y="50330"/>
                  </a:lnTo>
                  <a:lnTo>
                    <a:pt x="298526" y="39166"/>
                  </a:lnTo>
                  <a:lnTo>
                    <a:pt x="298018" y="27381"/>
                  </a:lnTo>
                  <a:lnTo>
                    <a:pt x="297573" y="18808"/>
                  </a:lnTo>
                  <a:lnTo>
                    <a:pt x="298272" y="18808"/>
                  </a:lnTo>
                  <a:lnTo>
                    <a:pt x="302818" y="27381"/>
                  </a:lnTo>
                  <a:lnTo>
                    <a:pt x="308025" y="36296"/>
                  </a:lnTo>
                  <a:lnTo>
                    <a:pt x="313753" y="45339"/>
                  </a:lnTo>
                  <a:lnTo>
                    <a:pt x="356806" y="108635"/>
                  </a:lnTo>
                  <a:lnTo>
                    <a:pt x="372135" y="108635"/>
                  </a:lnTo>
                  <a:lnTo>
                    <a:pt x="372135" y="90525"/>
                  </a:lnTo>
                  <a:lnTo>
                    <a:pt x="372135" y="2082"/>
                  </a:lnTo>
                  <a:close/>
                </a:path>
                <a:path extrusionOk="0" h="297180" w="1530984">
                  <a:moveTo>
                    <a:pt x="385381" y="188696"/>
                  </a:moveTo>
                  <a:lnTo>
                    <a:pt x="298272" y="188696"/>
                  </a:lnTo>
                  <a:lnTo>
                    <a:pt x="298272" y="200545"/>
                  </a:lnTo>
                  <a:lnTo>
                    <a:pt x="333806" y="200545"/>
                  </a:lnTo>
                  <a:lnTo>
                    <a:pt x="333806" y="295249"/>
                  </a:lnTo>
                  <a:lnTo>
                    <a:pt x="349135" y="295249"/>
                  </a:lnTo>
                  <a:lnTo>
                    <a:pt x="349135" y="200545"/>
                  </a:lnTo>
                  <a:lnTo>
                    <a:pt x="385381" y="200545"/>
                  </a:lnTo>
                  <a:lnTo>
                    <a:pt x="385381" y="188696"/>
                  </a:lnTo>
                  <a:close/>
                </a:path>
                <a:path extrusionOk="0" h="297180" w="1530984">
                  <a:moveTo>
                    <a:pt x="428586" y="2082"/>
                  </a:moveTo>
                  <a:lnTo>
                    <a:pt x="413258" y="2082"/>
                  </a:lnTo>
                  <a:lnTo>
                    <a:pt x="413258" y="108635"/>
                  </a:lnTo>
                  <a:lnTo>
                    <a:pt x="428586" y="108635"/>
                  </a:lnTo>
                  <a:lnTo>
                    <a:pt x="428586" y="2082"/>
                  </a:lnTo>
                  <a:close/>
                </a:path>
                <a:path extrusionOk="0" h="297180" w="1530984">
                  <a:moveTo>
                    <a:pt x="475284" y="283400"/>
                  </a:moveTo>
                  <a:lnTo>
                    <a:pt x="424408" y="283400"/>
                  </a:lnTo>
                  <a:lnTo>
                    <a:pt x="424408" y="245110"/>
                  </a:lnTo>
                  <a:lnTo>
                    <a:pt x="470408" y="245110"/>
                  </a:lnTo>
                  <a:lnTo>
                    <a:pt x="470408" y="233959"/>
                  </a:lnTo>
                  <a:lnTo>
                    <a:pt x="424408" y="233959"/>
                  </a:lnTo>
                  <a:lnTo>
                    <a:pt x="424408" y="199847"/>
                  </a:lnTo>
                  <a:lnTo>
                    <a:pt x="472490" y="199847"/>
                  </a:lnTo>
                  <a:lnTo>
                    <a:pt x="472490" y="188696"/>
                  </a:lnTo>
                  <a:lnTo>
                    <a:pt x="409765" y="188696"/>
                  </a:lnTo>
                  <a:lnTo>
                    <a:pt x="409765" y="295249"/>
                  </a:lnTo>
                  <a:lnTo>
                    <a:pt x="475284" y="295249"/>
                  </a:lnTo>
                  <a:lnTo>
                    <a:pt x="475284" y="283400"/>
                  </a:lnTo>
                  <a:close/>
                </a:path>
                <a:path extrusionOk="0" h="297180" w="1530984">
                  <a:moveTo>
                    <a:pt x="554024" y="2082"/>
                  </a:moveTo>
                  <a:lnTo>
                    <a:pt x="537997" y="2082"/>
                  </a:lnTo>
                  <a:lnTo>
                    <a:pt x="518490" y="54305"/>
                  </a:lnTo>
                  <a:lnTo>
                    <a:pt x="514451" y="64630"/>
                  </a:lnTo>
                  <a:lnTo>
                    <a:pt x="510743" y="74942"/>
                  </a:lnTo>
                  <a:lnTo>
                    <a:pt x="507682" y="84569"/>
                  </a:lnTo>
                  <a:lnTo>
                    <a:pt x="505244" y="94005"/>
                  </a:lnTo>
                  <a:lnTo>
                    <a:pt x="504545" y="94005"/>
                  </a:lnTo>
                  <a:lnTo>
                    <a:pt x="502069" y="84467"/>
                  </a:lnTo>
                  <a:lnTo>
                    <a:pt x="498970" y="74676"/>
                  </a:lnTo>
                  <a:lnTo>
                    <a:pt x="491998" y="54305"/>
                  </a:lnTo>
                  <a:lnTo>
                    <a:pt x="473887" y="2082"/>
                  </a:lnTo>
                  <a:lnTo>
                    <a:pt x="457161" y="2082"/>
                  </a:lnTo>
                  <a:lnTo>
                    <a:pt x="495490" y="108635"/>
                  </a:lnTo>
                  <a:lnTo>
                    <a:pt x="512216" y="108635"/>
                  </a:lnTo>
                  <a:lnTo>
                    <a:pt x="517956" y="94005"/>
                  </a:lnTo>
                  <a:lnTo>
                    <a:pt x="554024" y="2082"/>
                  </a:lnTo>
                  <a:close/>
                </a:path>
                <a:path extrusionOk="0" h="297180" w="1530984">
                  <a:moveTo>
                    <a:pt x="589572" y="295249"/>
                  </a:moveTo>
                  <a:lnTo>
                    <a:pt x="587857" y="290969"/>
                  </a:lnTo>
                  <a:lnTo>
                    <a:pt x="585825" y="284530"/>
                  </a:lnTo>
                  <a:lnTo>
                    <a:pt x="583399" y="276148"/>
                  </a:lnTo>
                  <a:lnTo>
                    <a:pt x="580504" y="266001"/>
                  </a:lnTo>
                  <a:lnTo>
                    <a:pt x="577888" y="258318"/>
                  </a:lnTo>
                  <a:lnTo>
                    <a:pt x="574154" y="252069"/>
                  </a:lnTo>
                  <a:lnTo>
                    <a:pt x="570496" y="248589"/>
                  </a:lnTo>
                  <a:lnTo>
                    <a:pt x="569239" y="247396"/>
                  </a:lnTo>
                  <a:lnTo>
                    <a:pt x="563079" y="244411"/>
                  </a:lnTo>
                  <a:lnTo>
                    <a:pt x="563079" y="243713"/>
                  </a:lnTo>
                  <a:lnTo>
                    <a:pt x="571868" y="239953"/>
                  </a:lnTo>
                  <a:lnTo>
                    <a:pt x="574040" y="238137"/>
                  </a:lnTo>
                  <a:lnTo>
                    <a:pt x="578942" y="234048"/>
                  </a:lnTo>
                  <a:lnTo>
                    <a:pt x="583666" y="226187"/>
                  </a:lnTo>
                  <a:lnTo>
                    <a:pt x="585393" y="216560"/>
                  </a:lnTo>
                  <a:lnTo>
                    <a:pt x="585393" y="208203"/>
                  </a:lnTo>
                  <a:lnTo>
                    <a:pt x="581901" y="201244"/>
                  </a:lnTo>
                  <a:lnTo>
                    <a:pt x="578713" y="198462"/>
                  </a:lnTo>
                  <a:lnTo>
                    <a:pt x="576326" y="196367"/>
                  </a:lnTo>
                  <a:lnTo>
                    <a:pt x="570064" y="192455"/>
                  </a:lnTo>
                  <a:lnTo>
                    <a:pt x="570064" y="217944"/>
                  </a:lnTo>
                  <a:lnTo>
                    <a:pt x="568274" y="226390"/>
                  </a:lnTo>
                  <a:lnTo>
                    <a:pt x="563092" y="232740"/>
                  </a:lnTo>
                  <a:lnTo>
                    <a:pt x="554774" y="236753"/>
                  </a:lnTo>
                  <a:lnTo>
                    <a:pt x="543572" y="238137"/>
                  </a:lnTo>
                  <a:lnTo>
                    <a:pt x="528243" y="238137"/>
                  </a:lnTo>
                  <a:lnTo>
                    <a:pt x="528243" y="199847"/>
                  </a:lnTo>
                  <a:lnTo>
                    <a:pt x="531025" y="199148"/>
                  </a:lnTo>
                  <a:lnTo>
                    <a:pt x="535914" y="198462"/>
                  </a:lnTo>
                  <a:lnTo>
                    <a:pt x="543572" y="198462"/>
                  </a:lnTo>
                  <a:lnTo>
                    <a:pt x="554469" y="199644"/>
                  </a:lnTo>
                  <a:lnTo>
                    <a:pt x="562825" y="203238"/>
                  </a:lnTo>
                  <a:lnTo>
                    <a:pt x="568172" y="209321"/>
                  </a:lnTo>
                  <a:lnTo>
                    <a:pt x="570064" y="217944"/>
                  </a:lnTo>
                  <a:lnTo>
                    <a:pt x="570064" y="192455"/>
                  </a:lnTo>
                  <a:lnTo>
                    <a:pt x="562394" y="189839"/>
                  </a:lnTo>
                  <a:lnTo>
                    <a:pt x="553199" y="188429"/>
                  </a:lnTo>
                  <a:lnTo>
                    <a:pt x="542188" y="188010"/>
                  </a:lnTo>
                  <a:lnTo>
                    <a:pt x="534390" y="188137"/>
                  </a:lnTo>
                  <a:lnTo>
                    <a:pt x="526846" y="188531"/>
                  </a:lnTo>
                  <a:lnTo>
                    <a:pt x="519836" y="189179"/>
                  </a:lnTo>
                  <a:lnTo>
                    <a:pt x="513613" y="190093"/>
                  </a:lnTo>
                  <a:lnTo>
                    <a:pt x="513613" y="295249"/>
                  </a:lnTo>
                  <a:lnTo>
                    <a:pt x="528243" y="295249"/>
                  </a:lnTo>
                  <a:lnTo>
                    <a:pt x="528243" y="248589"/>
                  </a:lnTo>
                  <a:lnTo>
                    <a:pt x="542874" y="248589"/>
                  </a:lnTo>
                  <a:lnTo>
                    <a:pt x="568363" y="278599"/>
                  </a:lnTo>
                  <a:lnTo>
                    <a:pt x="570585" y="286016"/>
                  </a:lnTo>
                  <a:lnTo>
                    <a:pt x="572541" y="291604"/>
                  </a:lnTo>
                  <a:lnTo>
                    <a:pt x="574243" y="295249"/>
                  </a:lnTo>
                  <a:lnTo>
                    <a:pt x="589572" y="295249"/>
                  </a:lnTo>
                  <a:close/>
                </a:path>
                <a:path extrusionOk="0" h="297180" w="1530984">
                  <a:moveTo>
                    <a:pt x="647446" y="96786"/>
                  </a:moveTo>
                  <a:lnTo>
                    <a:pt x="597230" y="96786"/>
                  </a:lnTo>
                  <a:lnTo>
                    <a:pt x="597230" y="58483"/>
                  </a:lnTo>
                  <a:lnTo>
                    <a:pt x="642518" y="58483"/>
                  </a:lnTo>
                  <a:lnTo>
                    <a:pt x="642518" y="46647"/>
                  </a:lnTo>
                  <a:lnTo>
                    <a:pt x="597230" y="46647"/>
                  </a:lnTo>
                  <a:lnTo>
                    <a:pt x="597230" y="13220"/>
                  </a:lnTo>
                  <a:lnTo>
                    <a:pt x="645299" y="13220"/>
                  </a:lnTo>
                  <a:lnTo>
                    <a:pt x="645299" y="2082"/>
                  </a:lnTo>
                  <a:lnTo>
                    <a:pt x="581901" y="2082"/>
                  </a:lnTo>
                  <a:lnTo>
                    <a:pt x="581901" y="108635"/>
                  </a:lnTo>
                  <a:lnTo>
                    <a:pt x="647446" y="108635"/>
                  </a:lnTo>
                  <a:lnTo>
                    <a:pt x="647446" y="96786"/>
                  </a:lnTo>
                  <a:close/>
                </a:path>
                <a:path extrusionOk="0" h="297180" w="1530984">
                  <a:moveTo>
                    <a:pt x="712927" y="188696"/>
                  </a:moveTo>
                  <a:lnTo>
                    <a:pt x="698995" y="188696"/>
                  </a:lnTo>
                  <a:lnTo>
                    <a:pt x="699084" y="249288"/>
                  </a:lnTo>
                  <a:lnTo>
                    <a:pt x="699173" y="255993"/>
                  </a:lnTo>
                  <a:lnTo>
                    <a:pt x="699579" y="266458"/>
                  </a:lnTo>
                  <a:lnTo>
                    <a:pt x="700392" y="277139"/>
                  </a:lnTo>
                  <a:lnTo>
                    <a:pt x="695947" y="268757"/>
                  </a:lnTo>
                  <a:lnTo>
                    <a:pt x="690981" y="260248"/>
                  </a:lnTo>
                  <a:lnTo>
                    <a:pt x="685495" y="251485"/>
                  </a:lnTo>
                  <a:lnTo>
                    <a:pt x="679488" y="242328"/>
                  </a:lnTo>
                  <a:lnTo>
                    <a:pt x="653592" y="205422"/>
                  </a:lnTo>
                  <a:lnTo>
                    <a:pt x="641870" y="188696"/>
                  </a:lnTo>
                  <a:lnTo>
                    <a:pt x="625144" y="188696"/>
                  </a:lnTo>
                  <a:lnTo>
                    <a:pt x="625144" y="295249"/>
                  </a:lnTo>
                  <a:lnTo>
                    <a:pt x="639737" y="295249"/>
                  </a:lnTo>
                  <a:lnTo>
                    <a:pt x="639622" y="237045"/>
                  </a:lnTo>
                  <a:lnTo>
                    <a:pt x="639318" y="226047"/>
                  </a:lnTo>
                  <a:lnTo>
                    <a:pt x="638797" y="214299"/>
                  </a:lnTo>
                  <a:lnTo>
                    <a:pt x="638340" y="205422"/>
                  </a:lnTo>
                  <a:lnTo>
                    <a:pt x="639076" y="205422"/>
                  </a:lnTo>
                  <a:lnTo>
                    <a:pt x="643623" y="214299"/>
                  </a:lnTo>
                  <a:lnTo>
                    <a:pt x="648817" y="223177"/>
                  </a:lnTo>
                  <a:lnTo>
                    <a:pt x="654519" y="232054"/>
                  </a:lnTo>
                  <a:lnTo>
                    <a:pt x="660628" y="240931"/>
                  </a:lnTo>
                  <a:lnTo>
                    <a:pt x="697598" y="295249"/>
                  </a:lnTo>
                  <a:lnTo>
                    <a:pt x="712927" y="295249"/>
                  </a:lnTo>
                  <a:lnTo>
                    <a:pt x="712927" y="277139"/>
                  </a:lnTo>
                  <a:lnTo>
                    <a:pt x="712927" y="188696"/>
                  </a:lnTo>
                  <a:close/>
                </a:path>
                <a:path extrusionOk="0" h="297180" w="1530984">
                  <a:moveTo>
                    <a:pt x="758177" y="108635"/>
                  </a:moveTo>
                  <a:lnTo>
                    <a:pt x="756488" y="104355"/>
                  </a:lnTo>
                  <a:lnTo>
                    <a:pt x="754468" y="97917"/>
                  </a:lnTo>
                  <a:lnTo>
                    <a:pt x="752043" y="89535"/>
                  </a:lnTo>
                  <a:lnTo>
                    <a:pt x="749160" y="79375"/>
                  </a:lnTo>
                  <a:lnTo>
                    <a:pt x="746645" y="71704"/>
                  </a:lnTo>
                  <a:lnTo>
                    <a:pt x="743140" y="65455"/>
                  </a:lnTo>
                  <a:lnTo>
                    <a:pt x="739660" y="61976"/>
                  </a:lnTo>
                  <a:lnTo>
                    <a:pt x="738466" y="60769"/>
                  </a:lnTo>
                  <a:lnTo>
                    <a:pt x="732434" y="57785"/>
                  </a:lnTo>
                  <a:lnTo>
                    <a:pt x="732434" y="57099"/>
                  </a:lnTo>
                  <a:lnTo>
                    <a:pt x="740778" y="53340"/>
                  </a:lnTo>
                  <a:lnTo>
                    <a:pt x="742886" y="51523"/>
                  </a:lnTo>
                  <a:lnTo>
                    <a:pt x="747636" y="47434"/>
                  </a:lnTo>
                  <a:lnTo>
                    <a:pt x="752284" y="39573"/>
                  </a:lnTo>
                  <a:lnTo>
                    <a:pt x="753986" y="29946"/>
                  </a:lnTo>
                  <a:lnTo>
                    <a:pt x="753986" y="21590"/>
                  </a:lnTo>
                  <a:lnTo>
                    <a:pt x="751205" y="14617"/>
                  </a:lnTo>
                  <a:lnTo>
                    <a:pt x="747649" y="11836"/>
                  </a:lnTo>
                  <a:lnTo>
                    <a:pt x="744982" y="9740"/>
                  </a:lnTo>
                  <a:lnTo>
                    <a:pt x="739406" y="5930"/>
                  </a:lnTo>
                  <a:lnTo>
                    <a:pt x="739406" y="31330"/>
                  </a:lnTo>
                  <a:lnTo>
                    <a:pt x="737514" y="39776"/>
                  </a:lnTo>
                  <a:lnTo>
                    <a:pt x="732155" y="46126"/>
                  </a:lnTo>
                  <a:lnTo>
                    <a:pt x="723811" y="50126"/>
                  </a:lnTo>
                  <a:lnTo>
                    <a:pt x="712927" y="51523"/>
                  </a:lnTo>
                  <a:lnTo>
                    <a:pt x="697598" y="51523"/>
                  </a:lnTo>
                  <a:lnTo>
                    <a:pt x="697598" y="13220"/>
                  </a:lnTo>
                  <a:lnTo>
                    <a:pt x="699643" y="12522"/>
                  </a:lnTo>
                  <a:lnTo>
                    <a:pt x="705218" y="11836"/>
                  </a:lnTo>
                  <a:lnTo>
                    <a:pt x="712190" y="11836"/>
                  </a:lnTo>
                  <a:lnTo>
                    <a:pt x="723226" y="13017"/>
                  </a:lnTo>
                  <a:lnTo>
                    <a:pt x="731824" y="16624"/>
                  </a:lnTo>
                  <a:lnTo>
                    <a:pt x="737412" y="22707"/>
                  </a:lnTo>
                  <a:lnTo>
                    <a:pt x="739406" y="31330"/>
                  </a:lnTo>
                  <a:lnTo>
                    <a:pt x="739406" y="5930"/>
                  </a:lnTo>
                  <a:lnTo>
                    <a:pt x="739063" y="5689"/>
                  </a:lnTo>
                  <a:lnTo>
                    <a:pt x="731634" y="2870"/>
                  </a:lnTo>
                  <a:lnTo>
                    <a:pt x="722528" y="1231"/>
                  </a:lnTo>
                  <a:lnTo>
                    <a:pt x="711542" y="698"/>
                  </a:lnTo>
                  <a:lnTo>
                    <a:pt x="703605" y="927"/>
                  </a:lnTo>
                  <a:lnTo>
                    <a:pt x="695833" y="1562"/>
                  </a:lnTo>
                  <a:lnTo>
                    <a:pt x="688581" y="2451"/>
                  </a:lnTo>
                  <a:lnTo>
                    <a:pt x="682282" y="3479"/>
                  </a:lnTo>
                  <a:lnTo>
                    <a:pt x="682282" y="108635"/>
                  </a:lnTo>
                  <a:lnTo>
                    <a:pt x="697598" y="108635"/>
                  </a:lnTo>
                  <a:lnTo>
                    <a:pt x="697598" y="61976"/>
                  </a:lnTo>
                  <a:lnTo>
                    <a:pt x="711542" y="61976"/>
                  </a:lnTo>
                  <a:lnTo>
                    <a:pt x="737311" y="91973"/>
                  </a:lnTo>
                  <a:lnTo>
                    <a:pt x="739317" y="99402"/>
                  </a:lnTo>
                  <a:lnTo>
                    <a:pt x="741184" y="104990"/>
                  </a:lnTo>
                  <a:lnTo>
                    <a:pt x="742848" y="108635"/>
                  </a:lnTo>
                  <a:lnTo>
                    <a:pt x="758177" y="108635"/>
                  </a:lnTo>
                  <a:close/>
                </a:path>
                <a:path extrusionOk="0" h="297180" w="1530984">
                  <a:moveTo>
                    <a:pt x="855802" y="79375"/>
                  </a:moveTo>
                  <a:lnTo>
                    <a:pt x="825804" y="48044"/>
                  </a:lnTo>
                  <a:lnTo>
                    <a:pt x="815352" y="43903"/>
                  </a:lnTo>
                  <a:lnTo>
                    <a:pt x="807961" y="39433"/>
                  </a:lnTo>
                  <a:lnTo>
                    <a:pt x="803567" y="34048"/>
                  </a:lnTo>
                  <a:lnTo>
                    <a:pt x="802106" y="27152"/>
                  </a:lnTo>
                  <a:lnTo>
                    <a:pt x="803351" y="21717"/>
                  </a:lnTo>
                  <a:lnTo>
                    <a:pt x="807262" y="16535"/>
                  </a:lnTo>
                  <a:lnTo>
                    <a:pt x="814184" y="12661"/>
                  </a:lnTo>
                  <a:lnTo>
                    <a:pt x="824407" y="11137"/>
                  </a:lnTo>
                  <a:lnTo>
                    <a:pt x="834898" y="11137"/>
                  </a:lnTo>
                  <a:lnTo>
                    <a:pt x="842518" y="14617"/>
                  </a:lnTo>
                  <a:lnTo>
                    <a:pt x="846696" y="16700"/>
                  </a:lnTo>
                  <a:lnTo>
                    <a:pt x="848791" y="11137"/>
                  </a:lnTo>
                  <a:lnTo>
                    <a:pt x="825144" y="0"/>
                  </a:lnTo>
                  <a:lnTo>
                    <a:pt x="809434" y="2209"/>
                  </a:lnTo>
                  <a:lnTo>
                    <a:pt x="797331" y="8356"/>
                  </a:lnTo>
                  <a:lnTo>
                    <a:pt x="789533" y="17627"/>
                  </a:lnTo>
                  <a:lnTo>
                    <a:pt x="786777" y="29248"/>
                  </a:lnTo>
                  <a:lnTo>
                    <a:pt x="788949" y="39204"/>
                  </a:lnTo>
                  <a:lnTo>
                    <a:pt x="795172" y="47345"/>
                  </a:lnTo>
                  <a:lnTo>
                    <a:pt x="805040" y="53911"/>
                  </a:lnTo>
                  <a:lnTo>
                    <a:pt x="818184" y="59182"/>
                  </a:lnTo>
                  <a:lnTo>
                    <a:pt x="828014" y="63423"/>
                  </a:lnTo>
                  <a:lnTo>
                    <a:pt x="834707" y="68072"/>
                  </a:lnTo>
                  <a:lnTo>
                    <a:pt x="838517" y="73482"/>
                  </a:lnTo>
                  <a:lnTo>
                    <a:pt x="839736" y="80073"/>
                  </a:lnTo>
                  <a:lnTo>
                    <a:pt x="838085" y="87604"/>
                  </a:lnTo>
                  <a:lnTo>
                    <a:pt x="833310" y="93306"/>
                  </a:lnTo>
                  <a:lnTo>
                    <a:pt x="825665" y="96913"/>
                  </a:lnTo>
                  <a:lnTo>
                    <a:pt x="815390" y="98183"/>
                  </a:lnTo>
                  <a:lnTo>
                    <a:pt x="807694" y="97675"/>
                  </a:lnTo>
                  <a:lnTo>
                    <a:pt x="800455" y="96266"/>
                  </a:lnTo>
                  <a:lnTo>
                    <a:pt x="793889" y="94068"/>
                  </a:lnTo>
                  <a:lnTo>
                    <a:pt x="788174" y="91211"/>
                  </a:lnTo>
                  <a:lnTo>
                    <a:pt x="784745" y="103047"/>
                  </a:lnTo>
                  <a:lnTo>
                    <a:pt x="790473" y="105613"/>
                  </a:lnTo>
                  <a:lnTo>
                    <a:pt x="797852" y="107848"/>
                  </a:lnTo>
                  <a:lnTo>
                    <a:pt x="806145" y="109423"/>
                  </a:lnTo>
                  <a:lnTo>
                    <a:pt x="814654" y="110020"/>
                  </a:lnTo>
                  <a:lnTo>
                    <a:pt x="832561" y="107480"/>
                  </a:lnTo>
                  <a:lnTo>
                    <a:pt x="845439" y="100711"/>
                  </a:lnTo>
                  <a:lnTo>
                    <a:pt x="847445" y="98183"/>
                  </a:lnTo>
                  <a:lnTo>
                    <a:pt x="853198" y="90919"/>
                  </a:lnTo>
                  <a:lnTo>
                    <a:pt x="855802" y="79375"/>
                  </a:lnTo>
                  <a:close/>
                </a:path>
                <a:path extrusionOk="0" h="297180" w="1530984">
                  <a:moveTo>
                    <a:pt x="861377" y="188696"/>
                  </a:moveTo>
                  <a:lnTo>
                    <a:pt x="797928" y="188696"/>
                  </a:lnTo>
                  <a:lnTo>
                    <a:pt x="797928" y="295249"/>
                  </a:lnTo>
                  <a:lnTo>
                    <a:pt x="813257" y="295249"/>
                  </a:lnTo>
                  <a:lnTo>
                    <a:pt x="813257" y="246507"/>
                  </a:lnTo>
                  <a:lnTo>
                    <a:pt x="857846" y="246507"/>
                  </a:lnTo>
                  <a:lnTo>
                    <a:pt x="857846" y="235356"/>
                  </a:lnTo>
                  <a:lnTo>
                    <a:pt x="813257" y="235356"/>
                  </a:lnTo>
                  <a:lnTo>
                    <a:pt x="813257" y="199847"/>
                  </a:lnTo>
                  <a:lnTo>
                    <a:pt x="861377" y="199847"/>
                  </a:lnTo>
                  <a:lnTo>
                    <a:pt x="861377" y="188696"/>
                  </a:lnTo>
                  <a:close/>
                </a:path>
                <a:path extrusionOk="0" h="297180" w="1530984">
                  <a:moveTo>
                    <a:pt x="906614" y="2082"/>
                  </a:moveTo>
                  <a:lnTo>
                    <a:pt x="891286" y="2082"/>
                  </a:lnTo>
                  <a:lnTo>
                    <a:pt x="891286" y="108635"/>
                  </a:lnTo>
                  <a:lnTo>
                    <a:pt x="906614" y="108635"/>
                  </a:lnTo>
                  <a:lnTo>
                    <a:pt x="906614" y="2082"/>
                  </a:lnTo>
                  <a:close/>
                </a:path>
                <a:path extrusionOk="0" h="297180" w="1530984">
                  <a:moveTo>
                    <a:pt x="912939" y="188696"/>
                  </a:moveTo>
                  <a:lnTo>
                    <a:pt x="897610" y="188696"/>
                  </a:lnTo>
                  <a:lnTo>
                    <a:pt x="897610" y="295249"/>
                  </a:lnTo>
                  <a:lnTo>
                    <a:pt x="912939" y="295249"/>
                  </a:lnTo>
                  <a:lnTo>
                    <a:pt x="912939" y="188696"/>
                  </a:lnTo>
                  <a:close/>
                </a:path>
                <a:path extrusionOk="0" h="297180" w="1530984">
                  <a:moveTo>
                    <a:pt x="1019581" y="2082"/>
                  </a:moveTo>
                  <a:lnTo>
                    <a:pt x="933094" y="2082"/>
                  </a:lnTo>
                  <a:lnTo>
                    <a:pt x="933094" y="13220"/>
                  </a:lnTo>
                  <a:lnTo>
                    <a:pt x="968667" y="13220"/>
                  </a:lnTo>
                  <a:lnTo>
                    <a:pt x="968667" y="108635"/>
                  </a:lnTo>
                  <a:lnTo>
                    <a:pt x="983996" y="108635"/>
                  </a:lnTo>
                  <a:lnTo>
                    <a:pt x="983996" y="13220"/>
                  </a:lnTo>
                  <a:lnTo>
                    <a:pt x="1019581" y="13220"/>
                  </a:lnTo>
                  <a:lnTo>
                    <a:pt x="1019581" y="2082"/>
                  </a:lnTo>
                  <a:close/>
                </a:path>
                <a:path extrusionOk="0" h="297180" w="1530984">
                  <a:moveTo>
                    <a:pt x="1045311" y="188696"/>
                  </a:moveTo>
                  <a:lnTo>
                    <a:pt x="1031379" y="188696"/>
                  </a:lnTo>
                  <a:lnTo>
                    <a:pt x="1031481" y="251485"/>
                  </a:lnTo>
                  <a:lnTo>
                    <a:pt x="1031544" y="255993"/>
                  </a:lnTo>
                  <a:lnTo>
                    <a:pt x="1031963" y="266458"/>
                  </a:lnTo>
                  <a:lnTo>
                    <a:pt x="1032764" y="277139"/>
                  </a:lnTo>
                  <a:lnTo>
                    <a:pt x="1028331" y="268757"/>
                  </a:lnTo>
                  <a:lnTo>
                    <a:pt x="1023366" y="260248"/>
                  </a:lnTo>
                  <a:lnTo>
                    <a:pt x="1017879" y="251485"/>
                  </a:lnTo>
                  <a:lnTo>
                    <a:pt x="1011872" y="242328"/>
                  </a:lnTo>
                  <a:lnTo>
                    <a:pt x="985977" y="205422"/>
                  </a:lnTo>
                  <a:lnTo>
                    <a:pt x="974242" y="188696"/>
                  </a:lnTo>
                  <a:lnTo>
                    <a:pt x="957529" y="188696"/>
                  </a:lnTo>
                  <a:lnTo>
                    <a:pt x="957529" y="295249"/>
                  </a:lnTo>
                  <a:lnTo>
                    <a:pt x="971461" y="295249"/>
                  </a:lnTo>
                  <a:lnTo>
                    <a:pt x="971372" y="226047"/>
                  </a:lnTo>
                  <a:lnTo>
                    <a:pt x="971181" y="215696"/>
                  </a:lnTo>
                  <a:lnTo>
                    <a:pt x="970813" y="205422"/>
                  </a:lnTo>
                  <a:lnTo>
                    <a:pt x="975741" y="214299"/>
                  </a:lnTo>
                  <a:lnTo>
                    <a:pt x="981151" y="223177"/>
                  </a:lnTo>
                  <a:lnTo>
                    <a:pt x="986967" y="232054"/>
                  </a:lnTo>
                  <a:lnTo>
                    <a:pt x="993101" y="240931"/>
                  </a:lnTo>
                  <a:lnTo>
                    <a:pt x="1029982" y="295249"/>
                  </a:lnTo>
                  <a:lnTo>
                    <a:pt x="1045311" y="295249"/>
                  </a:lnTo>
                  <a:lnTo>
                    <a:pt x="1045311" y="277139"/>
                  </a:lnTo>
                  <a:lnTo>
                    <a:pt x="1045311" y="188696"/>
                  </a:lnTo>
                  <a:close/>
                </a:path>
                <a:path extrusionOk="0" h="297180" w="1530984">
                  <a:moveTo>
                    <a:pt x="1126223" y="2082"/>
                  </a:moveTo>
                  <a:lnTo>
                    <a:pt x="1108760" y="2082"/>
                  </a:lnTo>
                  <a:lnTo>
                    <a:pt x="1092034" y="31330"/>
                  </a:lnTo>
                  <a:lnTo>
                    <a:pt x="1087107" y="38989"/>
                  </a:lnTo>
                  <a:lnTo>
                    <a:pt x="1083678" y="45948"/>
                  </a:lnTo>
                  <a:lnTo>
                    <a:pt x="1080147" y="52920"/>
                  </a:lnTo>
                  <a:lnTo>
                    <a:pt x="1079500" y="52920"/>
                  </a:lnTo>
                  <a:lnTo>
                    <a:pt x="1075969" y="45948"/>
                  </a:lnTo>
                  <a:lnTo>
                    <a:pt x="1072527" y="38989"/>
                  </a:lnTo>
                  <a:lnTo>
                    <a:pt x="1068349" y="31330"/>
                  </a:lnTo>
                  <a:lnTo>
                    <a:pt x="1051623" y="2082"/>
                  </a:lnTo>
                  <a:lnTo>
                    <a:pt x="1034161" y="2082"/>
                  </a:lnTo>
                  <a:lnTo>
                    <a:pt x="1071130" y="63373"/>
                  </a:lnTo>
                  <a:lnTo>
                    <a:pt x="1071130" y="108635"/>
                  </a:lnTo>
                  <a:lnTo>
                    <a:pt x="1086459" y="108635"/>
                  </a:lnTo>
                  <a:lnTo>
                    <a:pt x="1086459" y="62674"/>
                  </a:lnTo>
                  <a:lnTo>
                    <a:pt x="1092860" y="52920"/>
                  </a:lnTo>
                  <a:lnTo>
                    <a:pt x="1126223" y="2082"/>
                  </a:lnTo>
                  <a:close/>
                </a:path>
                <a:path extrusionOk="0" h="297180" w="1530984">
                  <a:moveTo>
                    <a:pt x="1151953" y="283400"/>
                  </a:moveTo>
                  <a:lnTo>
                    <a:pt x="1101788" y="283400"/>
                  </a:lnTo>
                  <a:lnTo>
                    <a:pt x="1101788" y="188696"/>
                  </a:lnTo>
                  <a:lnTo>
                    <a:pt x="1086459" y="188696"/>
                  </a:lnTo>
                  <a:lnTo>
                    <a:pt x="1086459" y="295249"/>
                  </a:lnTo>
                  <a:lnTo>
                    <a:pt x="1151953" y="295249"/>
                  </a:lnTo>
                  <a:lnTo>
                    <a:pt x="1151953" y="283400"/>
                  </a:lnTo>
                  <a:close/>
                </a:path>
                <a:path extrusionOk="0" h="297180" w="1530984">
                  <a:moveTo>
                    <a:pt x="1268996" y="295249"/>
                  </a:moveTo>
                  <a:lnTo>
                    <a:pt x="1256550" y="261823"/>
                  </a:lnTo>
                  <a:lnTo>
                    <a:pt x="1252410" y="250685"/>
                  </a:lnTo>
                  <a:lnTo>
                    <a:pt x="1237691" y="211162"/>
                  </a:lnTo>
                  <a:lnTo>
                    <a:pt x="1237691" y="250685"/>
                  </a:lnTo>
                  <a:lnTo>
                    <a:pt x="1202118" y="250685"/>
                  </a:lnTo>
                  <a:lnTo>
                    <a:pt x="1214005" y="220040"/>
                  </a:lnTo>
                  <a:lnTo>
                    <a:pt x="1216050" y="213779"/>
                  </a:lnTo>
                  <a:lnTo>
                    <a:pt x="1218184" y="206806"/>
                  </a:lnTo>
                  <a:lnTo>
                    <a:pt x="1219581" y="200545"/>
                  </a:lnTo>
                  <a:lnTo>
                    <a:pt x="1220228" y="200545"/>
                  </a:lnTo>
                  <a:lnTo>
                    <a:pt x="1221625" y="206806"/>
                  </a:lnTo>
                  <a:lnTo>
                    <a:pt x="1223759" y="213080"/>
                  </a:lnTo>
                  <a:lnTo>
                    <a:pt x="1225804" y="220040"/>
                  </a:lnTo>
                  <a:lnTo>
                    <a:pt x="1237691" y="250685"/>
                  </a:lnTo>
                  <a:lnTo>
                    <a:pt x="1237691" y="211162"/>
                  </a:lnTo>
                  <a:lnTo>
                    <a:pt x="1233741" y="200545"/>
                  </a:lnTo>
                  <a:lnTo>
                    <a:pt x="1229334" y="188696"/>
                  </a:lnTo>
                  <a:lnTo>
                    <a:pt x="1211224" y="188696"/>
                  </a:lnTo>
                  <a:lnTo>
                    <a:pt x="1171460" y="295249"/>
                  </a:lnTo>
                  <a:lnTo>
                    <a:pt x="1186789" y="295249"/>
                  </a:lnTo>
                  <a:lnTo>
                    <a:pt x="1199324" y="261823"/>
                  </a:lnTo>
                  <a:lnTo>
                    <a:pt x="1240485" y="261823"/>
                  </a:lnTo>
                  <a:lnTo>
                    <a:pt x="1253020" y="295249"/>
                  </a:lnTo>
                  <a:lnTo>
                    <a:pt x="1268996" y="295249"/>
                  </a:lnTo>
                  <a:close/>
                </a:path>
                <a:path extrusionOk="0" h="297180" w="1530984">
                  <a:moveTo>
                    <a:pt x="1389570" y="188696"/>
                  </a:moveTo>
                  <a:lnTo>
                    <a:pt x="1374990" y="188696"/>
                  </a:lnTo>
                  <a:lnTo>
                    <a:pt x="1375117" y="245122"/>
                  </a:lnTo>
                  <a:lnTo>
                    <a:pt x="1375486" y="255993"/>
                  </a:lnTo>
                  <a:lnTo>
                    <a:pt x="1376133" y="266458"/>
                  </a:lnTo>
                  <a:lnTo>
                    <a:pt x="1377035" y="277139"/>
                  </a:lnTo>
                  <a:lnTo>
                    <a:pt x="1376387" y="277139"/>
                  </a:lnTo>
                  <a:lnTo>
                    <a:pt x="1355483" y="242328"/>
                  </a:lnTo>
                  <a:lnTo>
                    <a:pt x="1329588" y="205422"/>
                  </a:lnTo>
                  <a:lnTo>
                    <a:pt x="1317866" y="188696"/>
                  </a:lnTo>
                  <a:lnTo>
                    <a:pt x="1301051" y="188696"/>
                  </a:lnTo>
                  <a:lnTo>
                    <a:pt x="1301051" y="295249"/>
                  </a:lnTo>
                  <a:lnTo>
                    <a:pt x="1315720" y="295249"/>
                  </a:lnTo>
                  <a:lnTo>
                    <a:pt x="1315605" y="237045"/>
                  </a:lnTo>
                  <a:lnTo>
                    <a:pt x="1315300" y="226047"/>
                  </a:lnTo>
                  <a:lnTo>
                    <a:pt x="1314792" y="214299"/>
                  </a:lnTo>
                  <a:lnTo>
                    <a:pt x="1314335" y="205422"/>
                  </a:lnTo>
                  <a:lnTo>
                    <a:pt x="1315072" y="205422"/>
                  </a:lnTo>
                  <a:lnTo>
                    <a:pt x="1336624" y="240931"/>
                  </a:lnTo>
                  <a:lnTo>
                    <a:pt x="1374254" y="295249"/>
                  </a:lnTo>
                  <a:lnTo>
                    <a:pt x="1389570" y="295249"/>
                  </a:lnTo>
                  <a:lnTo>
                    <a:pt x="1389570" y="277139"/>
                  </a:lnTo>
                  <a:lnTo>
                    <a:pt x="1389570" y="188696"/>
                  </a:lnTo>
                  <a:close/>
                </a:path>
                <a:path extrusionOk="0" h="297180" w="1530984">
                  <a:moveTo>
                    <a:pt x="1530400" y="239534"/>
                  </a:moveTo>
                  <a:lnTo>
                    <a:pt x="1529257" y="227380"/>
                  </a:lnTo>
                  <a:lnTo>
                    <a:pt x="1525943" y="216992"/>
                  </a:lnTo>
                  <a:lnTo>
                    <a:pt x="1520685" y="208305"/>
                  </a:lnTo>
                  <a:lnTo>
                    <a:pt x="1514335" y="201904"/>
                  </a:lnTo>
                  <a:lnTo>
                    <a:pt x="1514335" y="239534"/>
                  </a:lnTo>
                  <a:lnTo>
                    <a:pt x="1511109" y="258940"/>
                  </a:lnTo>
                  <a:lnTo>
                    <a:pt x="1501546" y="273126"/>
                  </a:lnTo>
                  <a:lnTo>
                    <a:pt x="1485836" y="281838"/>
                  </a:lnTo>
                  <a:lnTo>
                    <a:pt x="1464170" y="284797"/>
                  </a:lnTo>
                  <a:lnTo>
                    <a:pt x="1453019" y="284797"/>
                  </a:lnTo>
                  <a:lnTo>
                    <a:pt x="1448841" y="284099"/>
                  </a:lnTo>
                  <a:lnTo>
                    <a:pt x="1448841" y="199847"/>
                  </a:lnTo>
                  <a:lnTo>
                    <a:pt x="1453019" y="199148"/>
                  </a:lnTo>
                  <a:lnTo>
                    <a:pt x="1459242" y="198462"/>
                  </a:lnTo>
                  <a:lnTo>
                    <a:pt x="1466951" y="198462"/>
                  </a:lnTo>
                  <a:lnTo>
                    <a:pt x="1487881" y="201345"/>
                  </a:lnTo>
                  <a:lnTo>
                    <a:pt x="1502664" y="209600"/>
                  </a:lnTo>
                  <a:lnTo>
                    <a:pt x="1511439" y="222542"/>
                  </a:lnTo>
                  <a:lnTo>
                    <a:pt x="1514335" y="239534"/>
                  </a:lnTo>
                  <a:lnTo>
                    <a:pt x="1514335" y="201904"/>
                  </a:lnTo>
                  <a:lnTo>
                    <a:pt x="1513687" y="201244"/>
                  </a:lnTo>
                  <a:lnTo>
                    <a:pt x="1509522" y="198462"/>
                  </a:lnTo>
                  <a:lnTo>
                    <a:pt x="1504886" y="195351"/>
                  </a:lnTo>
                  <a:lnTo>
                    <a:pt x="1494129" y="191223"/>
                  </a:lnTo>
                  <a:lnTo>
                    <a:pt x="1481289" y="188798"/>
                  </a:lnTo>
                  <a:lnTo>
                    <a:pt x="1466215" y="188010"/>
                  </a:lnTo>
                  <a:lnTo>
                    <a:pt x="1457515" y="188137"/>
                  </a:lnTo>
                  <a:lnTo>
                    <a:pt x="1449184" y="188531"/>
                  </a:lnTo>
                  <a:lnTo>
                    <a:pt x="1441361" y="189179"/>
                  </a:lnTo>
                  <a:lnTo>
                    <a:pt x="1434160" y="190093"/>
                  </a:lnTo>
                  <a:lnTo>
                    <a:pt x="1434160" y="294551"/>
                  </a:lnTo>
                  <a:lnTo>
                    <a:pt x="1440192" y="295059"/>
                  </a:lnTo>
                  <a:lnTo>
                    <a:pt x="1446733" y="295503"/>
                  </a:lnTo>
                  <a:lnTo>
                    <a:pt x="1453781" y="295821"/>
                  </a:lnTo>
                  <a:lnTo>
                    <a:pt x="1461389" y="295948"/>
                  </a:lnTo>
                  <a:lnTo>
                    <a:pt x="1477670" y="294919"/>
                  </a:lnTo>
                  <a:lnTo>
                    <a:pt x="1513687" y="280619"/>
                  </a:lnTo>
                  <a:lnTo>
                    <a:pt x="1529257" y="251929"/>
                  </a:lnTo>
                  <a:lnTo>
                    <a:pt x="1530400" y="239534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2" name="Google Shape;12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1085564" y="1339637"/>
              <a:ext cx="204925" cy="110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8"/>
          <p:cNvSpPr txBox="1"/>
          <p:nvPr>
            <p:ph type="title"/>
          </p:nvPr>
        </p:nvSpPr>
        <p:spPr>
          <a:xfrm>
            <a:off x="843295" y="1371600"/>
            <a:ext cx="7800492" cy="1238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8"/>
          <p:cNvSpPr txBox="1"/>
          <p:nvPr>
            <p:ph idx="1" type="body"/>
          </p:nvPr>
        </p:nvSpPr>
        <p:spPr>
          <a:xfrm>
            <a:off x="843295" y="2610079"/>
            <a:ext cx="5603875" cy="2160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510946" y="6228279"/>
            <a:ext cx="288544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8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8"/>
          <p:cNvSpPr txBox="1"/>
          <p:nvPr/>
        </p:nvSpPr>
        <p:spPr>
          <a:xfrm>
            <a:off x="7959721" y="6228279"/>
            <a:ext cx="28854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127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UEF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// School of Computing</a:t>
            </a:r>
            <a:endParaRPr/>
          </a:p>
        </p:txBody>
      </p:sp>
      <p:sp>
        <p:nvSpPr>
          <p:cNvPr id="18" name="Google Shape;18;p8"/>
          <p:cNvSpPr txBox="1"/>
          <p:nvPr>
            <p:ph idx="12" type="sldNum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2pPr>
            <a:lvl3pPr lvl="2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3pPr>
            <a:lvl4pPr lvl="3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4pPr>
            <a:lvl5pPr lvl="4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5pPr>
            <a:lvl6pPr lvl="5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6pPr>
            <a:lvl7pPr lvl="6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7pPr>
            <a:lvl8pPr lvl="7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8pPr>
            <a:lvl9pPr lvl="8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 txBox="1"/>
          <p:nvPr>
            <p:ph type="title"/>
          </p:nvPr>
        </p:nvSpPr>
        <p:spPr>
          <a:xfrm>
            <a:off x="843295" y="1371600"/>
            <a:ext cx="7800600" cy="19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450">
            <a:spAutoFit/>
          </a:bodyPr>
          <a:lstStyle/>
          <a:p>
            <a:pPr indent="0" lvl="0" marL="107950" marR="5080" rtl="0" algn="l">
              <a:lnSpc>
                <a:spcPct val="106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Advanced Robotics Project</a:t>
            </a:r>
            <a:br>
              <a:rPr lang="en-US" sz="5400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5400">
                <a:solidFill>
                  <a:srgbClr val="009FB8"/>
                </a:solidFill>
                <a:latin typeface="Calibri"/>
                <a:ea typeface="Calibri"/>
                <a:cs typeface="Calibri"/>
                <a:sym typeface="Calibri"/>
              </a:rPr>
              <a:t>Technical Plan</a:t>
            </a:r>
            <a:endParaRPr i="1" sz="5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 txBox="1"/>
          <p:nvPr/>
        </p:nvSpPr>
        <p:spPr>
          <a:xfrm>
            <a:off x="1295400" y="4168378"/>
            <a:ext cx="3077100" cy="1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106805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Author: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06805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ACCVS Team</a:t>
            </a:r>
            <a:endParaRPr sz="1800"/>
          </a:p>
        </p:txBody>
      </p:sp>
      <p:sp>
        <p:nvSpPr>
          <p:cNvPr id="51" name="Google Shape;51;p1"/>
          <p:cNvSpPr txBox="1"/>
          <p:nvPr>
            <p:ph idx="12" type="sldNum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 txBox="1"/>
          <p:nvPr>
            <p:ph type="title"/>
          </p:nvPr>
        </p:nvSpPr>
        <p:spPr>
          <a:xfrm>
            <a:off x="843295" y="576225"/>
            <a:ext cx="780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9FB8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>
              <a:solidFill>
                <a:srgbClr val="009F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1034976" y="1381800"/>
            <a:ext cx="5426100" cy="45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6350">
            <a:spAutoFit/>
          </a:bodyPr>
          <a:lstStyle/>
          <a:p>
            <a:pPr indent="-286385" lvl="0" marL="2990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AutoNum type="arabicPeriod"/>
            </a:pP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 architecture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6385" lvl="0" marL="2990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AutoNum type="arabicPeriod"/>
            </a:pP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Robotic modules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6385" lvl="0" marL="2990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AutoNum type="arabicPeriod"/>
            </a:pP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Operational environment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6385" lvl="0" marL="2990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AutoNum type="arabicPeriod"/>
            </a:pP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Version controlling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6385" lvl="0" marL="2990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AutoNum type="arabicPeriod"/>
            </a:pP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plan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6385" lvl="0" marL="2990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AutoNum type="arabicPeriod"/>
            </a:pP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</a:t>
            </a: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work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>
            <p:ph idx="12" type="sldNum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8b8cd57c9_0_4"/>
          <p:cNvSpPr txBox="1"/>
          <p:nvPr>
            <p:ph type="title"/>
          </p:nvPr>
        </p:nvSpPr>
        <p:spPr>
          <a:xfrm>
            <a:off x="843295" y="638750"/>
            <a:ext cx="78006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1. Overall Architecture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" name="Google Shape;64;g3c8b8cd57c9_0_4"/>
          <p:cNvGrpSpPr/>
          <p:nvPr/>
        </p:nvGrpSpPr>
        <p:grpSpPr>
          <a:xfrm>
            <a:off x="431489" y="3481743"/>
            <a:ext cx="3936068" cy="1719557"/>
            <a:chOff x="323513" y="1986800"/>
            <a:chExt cx="2952125" cy="1289700"/>
          </a:xfrm>
        </p:grpSpPr>
        <p:sp>
          <p:nvSpPr>
            <p:cNvPr id="65" name="Google Shape;65;g3c8b8cd57c9_0_4"/>
            <p:cNvSpPr txBox="1"/>
            <p:nvPr/>
          </p:nvSpPr>
          <p:spPr>
            <a:xfrm>
              <a:off x="323513" y="1986800"/>
              <a:ext cx="21240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Robotic Crane</a:t>
              </a:r>
              <a:endParaRPr b="1" sz="2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lang="en-US" sz="1600">
                  <a:latin typeface="Roboto"/>
                  <a:ea typeface="Roboto"/>
                  <a:cs typeface="Roboto"/>
                  <a:sym typeface="Roboto"/>
                </a:rPr>
                <a:t>Picks and places objects</a:t>
              </a:r>
              <a:endParaRPr b="1" sz="16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6" name="Google Shape;66;g3c8b8cd57c9_0_4"/>
            <p:cNvCxnSpPr/>
            <p:nvPr/>
          </p:nvCxnSpPr>
          <p:spPr>
            <a:xfrm rot="10800000">
              <a:off x="2642038" y="2647950"/>
              <a:ext cx="633600" cy="0"/>
            </a:xfrm>
            <a:prstGeom prst="straightConnector1">
              <a:avLst/>
            </a:prstGeom>
            <a:noFill/>
            <a:ln cap="flat" cmpd="sng" w="9525">
              <a:solidFill>
                <a:srgbClr val="249C91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67" name="Google Shape;67;g3c8b8cd57c9_0_4"/>
          <p:cNvGrpSpPr/>
          <p:nvPr/>
        </p:nvGrpSpPr>
        <p:grpSpPr>
          <a:xfrm>
            <a:off x="6946426" y="2246508"/>
            <a:ext cx="4814080" cy="1719557"/>
            <a:chOff x="5209838" y="1060350"/>
            <a:chExt cx="3610650" cy="1289700"/>
          </a:xfrm>
        </p:grpSpPr>
        <p:sp>
          <p:nvSpPr>
            <p:cNvPr id="68" name="Google Shape;68;g3c8b8cd57c9_0_4"/>
            <p:cNvSpPr txBox="1"/>
            <p:nvPr/>
          </p:nvSpPr>
          <p:spPr>
            <a:xfrm>
              <a:off x="6696488" y="1060350"/>
              <a:ext cx="21240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9FB8"/>
                  </a:solidFill>
                  <a:latin typeface="Roboto"/>
                  <a:ea typeface="Roboto"/>
                  <a:cs typeface="Roboto"/>
                  <a:sym typeface="Roboto"/>
                </a:rPr>
                <a:t>Autonomous Vehicle</a:t>
              </a:r>
              <a:endParaRPr b="1" sz="2000">
                <a:solidFill>
                  <a:srgbClr val="009F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lang="en-US" sz="1600">
                  <a:latin typeface="Roboto"/>
                  <a:ea typeface="Roboto"/>
                  <a:cs typeface="Roboto"/>
                  <a:sym typeface="Roboto"/>
                </a:rPr>
                <a:t>Detects and pushes object back</a:t>
              </a:r>
              <a:endParaRPr b="1" sz="16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9" name="Google Shape;69;g3c8b8cd57c9_0_4"/>
            <p:cNvCxnSpPr/>
            <p:nvPr/>
          </p:nvCxnSpPr>
          <p:spPr>
            <a:xfrm>
              <a:off x="5209838" y="1705200"/>
              <a:ext cx="1286700" cy="0"/>
            </a:xfrm>
            <a:prstGeom prst="straightConnector1">
              <a:avLst/>
            </a:prstGeom>
            <a:noFill/>
            <a:ln cap="flat" cmpd="sng" w="9525">
              <a:solidFill>
                <a:srgbClr val="155B55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70" name="Google Shape;70;g3c8b8cd57c9_0_4"/>
          <p:cNvGrpSpPr/>
          <p:nvPr/>
        </p:nvGrpSpPr>
        <p:grpSpPr>
          <a:xfrm>
            <a:off x="6946426" y="4604534"/>
            <a:ext cx="4814080" cy="1719557"/>
            <a:chOff x="5209838" y="2828914"/>
            <a:chExt cx="3610650" cy="1289700"/>
          </a:xfrm>
        </p:grpSpPr>
        <p:sp>
          <p:nvSpPr>
            <p:cNvPr id="71" name="Google Shape;71;g3c8b8cd57c9_0_4"/>
            <p:cNvSpPr txBox="1"/>
            <p:nvPr/>
          </p:nvSpPr>
          <p:spPr>
            <a:xfrm>
              <a:off x="6696488" y="2828914"/>
              <a:ext cx="21240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9FB8"/>
                  </a:solidFill>
                  <a:latin typeface="Roboto"/>
                  <a:ea typeface="Roboto"/>
                  <a:cs typeface="Roboto"/>
                  <a:sym typeface="Roboto"/>
                </a:rPr>
                <a:t>Conveyor Belt System</a:t>
              </a:r>
              <a:endParaRPr b="1" sz="2000">
                <a:solidFill>
                  <a:srgbClr val="009F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lang="en-US" sz="1600">
                  <a:latin typeface="Roboto"/>
                  <a:ea typeface="Roboto"/>
                  <a:cs typeface="Roboto"/>
                  <a:sym typeface="Roboto"/>
                </a:rPr>
                <a:t>Transfers objects</a:t>
              </a:r>
              <a:endParaRPr b="1" sz="16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2" name="Google Shape;72;g3c8b8cd57c9_0_4"/>
            <p:cNvCxnSpPr/>
            <p:nvPr/>
          </p:nvCxnSpPr>
          <p:spPr>
            <a:xfrm>
              <a:off x="5209838" y="3456764"/>
              <a:ext cx="1286700" cy="0"/>
            </a:xfrm>
            <a:prstGeom prst="straightConnector1">
              <a:avLst/>
            </a:prstGeom>
            <a:noFill/>
            <a:ln cap="flat" cmpd="sng" w="9525">
              <a:solidFill>
                <a:srgbClr val="1D7E75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73" name="Google Shape;73;g3c8b8cd57c9_0_4"/>
          <p:cNvGrpSpPr/>
          <p:nvPr/>
        </p:nvGrpSpPr>
        <p:grpSpPr>
          <a:xfrm>
            <a:off x="3549678" y="1804005"/>
            <a:ext cx="5086319" cy="5054003"/>
            <a:chOff x="2662213" y="676344"/>
            <a:chExt cx="3814835" cy="3790597"/>
          </a:xfrm>
        </p:grpSpPr>
        <p:sp>
          <p:nvSpPr>
            <p:cNvPr id="74" name="Google Shape;74;g3c8b8cd57c9_0_4"/>
            <p:cNvSpPr/>
            <p:nvPr/>
          </p:nvSpPr>
          <p:spPr>
            <a:xfrm rot="3600185">
              <a:off x="3169983" y="1184511"/>
              <a:ext cx="2774659" cy="2774659"/>
            </a:xfrm>
            <a:prstGeom prst="blockArc">
              <a:avLst>
                <a:gd fmla="val 12622480" name="adj1"/>
                <a:gd fmla="val 19781569" name="adj2"/>
                <a:gd fmla="val 20773" name="adj3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g3c8b8cd57c9_0_4"/>
            <p:cNvSpPr/>
            <p:nvPr/>
          </p:nvSpPr>
          <p:spPr>
            <a:xfrm rot="10800000">
              <a:off x="3183490" y="1163229"/>
              <a:ext cx="2774700" cy="2774700"/>
            </a:xfrm>
            <a:prstGeom prst="blockArc">
              <a:avLst>
                <a:gd fmla="val 12622480" name="adj1"/>
                <a:gd fmla="val 19662822" name="adj2"/>
                <a:gd fmla="val 20729" name="adj3"/>
              </a:avLst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c8b8cd57c9_0_4"/>
            <p:cNvSpPr/>
            <p:nvPr/>
          </p:nvSpPr>
          <p:spPr>
            <a:xfrm rot="-3600185">
              <a:off x="3194618" y="1184114"/>
              <a:ext cx="2774659" cy="2774659"/>
            </a:xfrm>
            <a:prstGeom prst="blockArc">
              <a:avLst>
                <a:gd fmla="val 12622480" name="adj1"/>
                <a:gd fmla="val 19703271" name="adj2"/>
                <a:gd fmla="val 20851" name="adj3"/>
              </a:avLst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" name="Google Shape;77;g3c8b8cd57c9_0_4"/>
            <p:cNvGrpSpPr/>
            <p:nvPr/>
          </p:nvGrpSpPr>
          <p:grpSpPr>
            <a:xfrm rot="-7200165">
              <a:off x="3337679" y="2826785"/>
              <a:ext cx="585011" cy="585536"/>
              <a:chOff x="1967628" y="812211"/>
              <a:chExt cx="588000" cy="588000"/>
            </a:xfrm>
          </p:grpSpPr>
          <p:sp>
            <p:nvSpPr>
              <p:cNvPr id="78" name="Google Shape;78;g3c8b8cd57c9_0_4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249C91"/>
              </a:solidFill>
              <a:ln>
                <a:noFill/>
              </a:ln>
              <a:effectLst>
                <a:outerShdw blurRad="190500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g3c8b8cd57c9_0_4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249C9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" name="Google Shape;80;g3c8b8cd57c9_0_4"/>
            <p:cNvGrpSpPr/>
            <p:nvPr/>
          </p:nvGrpSpPr>
          <p:grpSpPr>
            <a:xfrm>
              <a:off x="4264097" y="1180331"/>
              <a:ext cx="585001" cy="585530"/>
              <a:chOff x="1970048" y="811613"/>
              <a:chExt cx="588000" cy="588000"/>
            </a:xfrm>
          </p:grpSpPr>
          <p:sp>
            <p:nvSpPr>
              <p:cNvPr id="81" name="Google Shape;81;g3c8b8cd57c9_0_4"/>
              <p:cNvSpPr/>
              <p:nvPr/>
            </p:nvSpPr>
            <p:spPr>
              <a:xfrm rot="39023">
                <a:off x="1973329" y="814894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155B55"/>
              </a:solidFill>
              <a:ln>
                <a:noFill/>
              </a:ln>
              <a:effectLst>
                <a:outerShdw blurRad="190500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g3c8b8cd57c9_0_4"/>
              <p:cNvSpPr/>
              <p:nvPr/>
            </p:nvSpPr>
            <p:spPr>
              <a:xfrm rot="10800000">
                <a:off x="1973295" y="814927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155B55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" name="Google Shape;83;g3c8b8cd57c9_0_4"/>
            <p:cNvGrpSpPr/>
            <p:nvPr/>
          </p:nvGrpSpPr>
          <p:grpSpPr>
            <a:xfrm rot="7200165">
              <a:off x="5229930" y="2804716"/>
              <a:ext cx="585011" cy="585536"/>
              <a:chOff x="1977085" y="811649"/>
              <a:chExt cx="588000" cy="588000"/>
            </a:xfrm>
          </p:grpSpPr>
          <p:sp>
            <p:nvSpPr>
              <p:cNvPr id="84" name="Google Shape;84;g3c8b8cd57c9_0_4"/>
              <p:cNvSpPr/>
              <p:nvPr/>
            </p:nvSpPr>
            <p:spPr>
              <a:xfrm rot="39023">
                <a:off x="1980366" y="814930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1D7E75"/>
              </a:solidFill>
              <a:ln>
                <a:noFill/>
              </a:ln>
              <a:effectLst>
                <a:outerShdw blurRad="190500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g3c8b8cd57c9_0_4"/>
              <p:cNvSpPr/>
              <p:nvPr/>
            </p:nvSpPr>
            <p:spPr>
              <a:xfrm rot="10800000">
                <a:off x="1980332" y="814963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1D7E75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6" name="Google Shape;86;g3c8b8cd57c9_0_4"/>
            <p:cNvSpPr txBox="1"/>
            <p:nvPr/>
          </p:nvSpPr>
          <p:spPr>
            <a:xfrm>
              <a:off x="4334550" y="1255312"/>
              <a:ext cx="5091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 </a:t>
              </a:r>
              <a:endParaRPr b="1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" name="Google Shape;87;g3c8b8cd57c9_0_4"/>
            <p:cNvSpPr txBox="1"/>
            <p:nvPr/>
          </p:nvSpPr>
          <p:spPr>
            <a:xfrm>
              <a:off x="3375648" y="2887440"/>
              <a:ext cx="5091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 </a:t>
              </a:r>
              <a:endParaRPr b="1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" name="Google Shape;88;g3c8b8cd57c9_0_4"/>
            <p:cNvSpPr txBox="1"/>
            <p:nvPr/>
          </p:nvSpPr>
          <p:spPr>
            <a:xfrm>
              <a:off x="5281877" y="2857865"/>
              <a:ext cx="5091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 </a:t>
              </a:r>
              <a:endParaRPr b="1"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9" name="Google Shape;89;g3c8b8cd57c9_0_4"/>
          <p:cNvSpPr txBox="1"/>
          <p:nvPr>
            <p:ph idx="1" type="body"/>
          </p:nvPr>
        </p:nvSpPr>
        <p:spPr>
          <a:xfrm>
            <a:off x="843300" y="1452950"/>
            <a:ext cx="6765300" cy="11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1.1 System Architecture Overview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The system consists of three cooperating robotic subsystems operating in a cyclic workflow: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c8b8cd57c9_0_4"/>
          <p:cNvSpPr txBox="1"/>
          <p:nvPr>
            <p:ph idx="12" type="sldNum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8b8cd57c9_0_243"/>
          <p:cNvSpPr txBox="1"/>
          <p:nvPr>
            <p:ph type="title"/>
          </p:nvPr>
        </p:nvSpPr>
        <p:spPr>
          <a:xfrm>
            <a:off x="843295" y="638750"/>
            <a:ext cx="78006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1. Overall Architecture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c8b8cd57c9_0_243"/>
          <p:cNvSpPr txBox="1"/>
          <p:nvPr>
            <p:ph idx="1" type="body"/>
          </p:nvPr>
        </p:nvSpPr>
        <p:spPr>
          <a:xfrm>
            <a:off x="843300" y="1677325"/>
            <a:ext cx="107379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1.2 Required Software Components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7" name="Google Shape;97;g3c8b8cd57c9_0_243"/>
          <p:cNvGraphicFramePr/>
          <p:nvPr/>
        </p:nvGraphicFramePr>
        <p:xfrm>
          <a:off x="952500" y="23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{0EED9098-8659-4D2D-8282-F9C6700DB15C}</a:tableStyleId>
              </a:tblPr>
              <a:tblGrid>
                <a:gridCol w="5143500"/>
                <a:gridCol w="5143500"/>
              </a:tblGrid>
              <a:tr h="60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9F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</a:t>
                      </a:r>
                      <a:endParaRPr b="1" sz="2000">
                        <a:solidFill>
                          <a:srgbClr val="009FB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9F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 b="1" sz="2000">
                        <a:solidFill>
                          <a:srgbClr val="009FB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60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Webots Simulator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3D simulation and robot modeling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60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GitHub Repository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Version control &amp; collaboration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60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Discord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Meeting and discussion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60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Word/PowerPoint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Documenting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8" name="Google Shape;98;g3c8b8cd57c9_0_243"/>
          <p:cNvSpPr txBox="1"/>
          <p:nvPr>
            <p:ph idx="12" type="sldNum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8b8cd57c9_0_321"/>
          <p:cNvSpPr txBox="1"/>
          <p:nvPr>
            <p:ph type="title"/>
          </p:nvPr>
        </p:nvSpPr>
        <p:spPr>
          <a:xfrm>
            <a:off x="843295" y="638750"/>
            <a:ext cx="78006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1. Overall Architecture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c8b8cd57c9_0_321"/>
          <p:cNvSpPr txBox="1"/>
          <p:nvPr>
            <p:ph idx="1" type="body"/>
          </p:nvPr>
        </p:nvSpPr>
        <p:spPr>
          <a:xfrm>
            <a:off x="843300" y="1677325"/>
            <a:ext cx="107379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1.3 Required Hardware Components (Simulated)</a:t>
            </a:r>
            <a:endParaRPr b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c8b8cd57c9_0_321"/>
          <p:cNvSpPr txBox="1"/>
          <p:nvPr>
            <p:ph idx="1" type="body"/>
          </p:nvPr>
        </p:nvSpPr>
        <p:spPr>
          <a:xfrm>
            <a:off x="843300" y="2218375"/>
            <a:ext cx="10737900" cy="3140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Rotational motors (crane joints)</a:t>
            </a: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motors (conveyor movement)</a:t>
            </a: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Wheel motors (vehicle)</a:t>
            </a: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 sensors</a:t>
            </a: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Position sensors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c8b8cd57c9_0_321"/>
          <p:cNvSpPr txBox="1"/>
          <p:nvPr>
            <p:ph idx="12" type="sldNum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8b8cd57c9_0_334"/>
          <p:cNvSpPr txBox="1"/>
          <p:nvPr>
            <p:ph type="title"/>
          </p:nvPr>
        </p:nvSpPr>
        <p:spPr>
          <a:xfrm>
            <a:off x="843295" y="638750"/>
            <a:ext cx="78006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2. Robotics modules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c8b8cd57c9_0_334"/>
          <p:cNvSpPr txBox="1"/>
          <p:nvPr>
            <p:ph idx="1" type="body"/>
          </p:nvPr>
        </p:nvSpPr>
        <p:spPr>
          <a:xfrm>
            <a:off x="909925" y="1806175"/>
            <a:ext cx="4120200" cy="31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9FB8"/>
                </a:solidFill>
                <a:latin typeface="Calibri"/>
                <a:ea typeface="Calibri"/>
                <a:cs typeface="Calibri"/>
                <a:sym typeface="Calibri"/>
              </a:rPr>
              <a:t>A. Crane Control Module</a:t>
            </a:r>
            <a:endParaRPr b="1">
              <a:solidFill>
                <a:srgbClr val="009F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Inverse kinematics (if multi-joint)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Gripper open/close control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pickup logic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9FB8"/>
                </a:solidFill>
                <a:latin typeface="Calibri"/>
                <a:ea typeface="Calibri"/>
                <a:cs typeface="Calibri"/>
                <a:sym typeface="Calibri"/>
              </a:rPr>
              <a:t>B. Conveyor Control Module</a:t>
            </a:r>
            <a:endParaRPr b="1">
              <a:solidFill>
                <a:srgbClr val="009F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Constant speed motor control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presence detection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c8b8cd57c9_0_334"/>
          <p:cNvSpPr txBox="1"/>
          <p:nvPr/>
        </p:nvSpPr>
        <p:spPr>
          <a:xfrm>
            <a:off x="6606775" y="1806425"/>
            <a:ext cx="4887600" cy="4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9FB8"/>
                </a:solidFill>
                <a:latin typeface="Calibri"/>
                <a:ea typeface="Calibri"/>
                <a:cs typeface="Calibri"/>
                <a:sym typeface="Calibri"/>
              </a:rPr>
              <a:t>C. Vehicle Navigation Module</a:t>
            </a:r>
            <a:endParaRPr b="1" sz="2000">
              <a:solidFill>
                <a:srgbClr val="009F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Obstacle detection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tracking or distance-based movement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 control logic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9FB8"/>
                </a:solidFill>
                <a:latin typeface="Calibri"/>
                <a:ea typeface="Calibri"/>
                <a:cs typeface="Calibri"/>
                <a:sym typeface="Calibri"/>
              </a:rPr>
              <a:t>D. Central Coordination Module</a:t>
            </a:r>
            <a:endParaRPr b="1" sz="2000">
              <a:solidFill>
                <a:srgbClr val="009F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Finite State Machine (FSM)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Synchronization logic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handling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c8b8cd57c9_0_334"/>
          <p:cNvSpPr txBox="1"/>
          <p:nvPr>
            <p:ph idx="12" type="sldNum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8b8cd57c9_0_342"/>
          <p:cNvSpPr txBox="1"/>
          <p:nvPr>
            <p:ph type="title"/>
          </p:nvPr>
        </p:nvSpPr>
        <p:spPr>
          <a:xfrm>
            <a:off x="843301" y="638750"/>
            <a:ext cx="92391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Operational Environment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c8b8cd57c9_0_342"/>
          <p:cNvSpPr txBox="1"/>
          <p:nvPr>
            <p:ph idx="1" type="body"/>
          </p:nvPr>
        </p:nvSpPr>
        <p:spPr>
          <a:xfrm>
            <a:off x="921025" y="1561875"/>
            <a:ext cx="9239100" cy="4463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Webots installed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Compatible OS: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Windows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macOS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Linux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Minimum specifications: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8GB RAM (16GB RAM is recommended)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GPU recommended for smooth simulation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Runtime Requirements: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Webots runtime libraries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c8b8cd57c9_0_342"/>
          <p:cNvSpPr txBox="1"/>
          <p:nvPr>
            <p:ph idx="12" type="sldNum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8b8cd57c9_0_348"/>
          <p:cNvSpPr txBox="1"/>
          <p:nvPr>
            <p:ph type="title"/>
          </p:nvPr>
        </p:nvSpPr>
        <p:spPr>
          <a:xfrm>
            <a:off x="843301" y="638750"/>
            <a:ext cx="92391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Version Control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c8b8cd57c9_0_348"/>
          <p:cNvSpPr txBox="1"/>
          <p:nvPr>
            <p:ph idx="1" type="body"/>
          </p:nvPr>
        </p:nvSpPr>
        <p:spPr>
          <a:xfrm>
            <a:off x="909925" y="1806175"/>
            <a:ext cx="9239100" cy="40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4.1 Repository Platform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4.2 Branch Strategy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US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stable release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US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develop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integration branch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US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feature/*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individual tasks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4.3 Commit Guidelines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Clear commit messages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direct push to main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c8b8cd57c9_0_348"/>
          <p:cNvSpPr txBox="1"/>
          <p:nvPr>
            <p:ph idx="12" type="sldNum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8b8cd57c9_0_355"/>
          <p:cNvSpPr txBox="1"/>
          <p:nvPr>
            <p:ph type="title"/>
          </p:nvPr>
        </p:nvSpPr>
        <p:spPr>
          <a:xfrm>
            <a:off x="843301" y="638750"/>
            <a:ext cx="92391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Test Plan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c8b8cd57c9_0_355"/>
          <p:cNvSpPr txBox="1"/>
          <p:nvPr>
            <p:ph idx="1" type="body"/>
          </p:nvPr>
        </p:nvSpPr>
        <p:spPr>
          <a:xfrm>
            <a:off x="843300" y="1672925"/>
            <a:ext cx="92391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is divided into 3 levels: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c8b8cd57c9_0_355"/>
          <p:cNvSpPr txBox="1"/>
          <p:nvPr/>
        </p:nvSpPr>
        <p:spPr>
          <a:xfrm>
            <a:off x="843300" y="2415525"/>
            <a:ext cx="50418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9FB8"/>
                </a:solidFill>
                <a:latin typeface="Calibri"/>
                <a:ea typeface="Calibri"/>
                <a:cs typeface="Calibri"/>
                <a:sym typeface="Calibri"/>
              </a:rPr>
              <a:t>6.1 Unit Testing</a:t>
            </a:r>
            <a:endParaRPr b="1" sz="2000">
              <a:solidFill>
                <a:srgbClr val="009F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Individual robot modules tested separately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Verify: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Crane picks object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Conveyor moves correctly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Vehicle detects object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c8b8cd57c9_0_355"/>
          <p:cNvSpPr txBox="1"/>
          <p:nvPr/>
        </p:nvSpPr>
        <p:spPr>
          <a:xfrm>
            <a:off x="6218150" y="2415525"/>
            <a:ext cx="53490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9FB8"/>
                </a:solidFill>
                <a:latin typeface="Calibri"/>
                <a:ea typeface="Calibri"/>
                <a:cs typeface="Calibri"/>
                <a:sym typeface="Calibri"/>
              </a:rPr>
              <a:t>6.2 Integration Testing</a:t>
            </a:r>
            <a:endParaRPr b="1" sz="2000">
              <a:solidFill>
                <a:srgbClr val="009F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cycle execution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Verify timing synchronization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Confirm no deadlocks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9FB8"/>
                </a:solidFill>
                <a:latin typeface="Calibri"/>
                <a:ea typeface="Calibri"/>
                <a:cs typeface="Calibri"/>
                <a:sym typeface="Calibri"/>
              </a:rPr>
              <a:t>6.3 System Testing</a:t>
            </a:r>
            <a:endParaRPr b="1" sz="2000">
              <a:solidFill>
                <a:srgbClr val="009F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10+ repeated cycles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c8b8cd57c9_0_355"/>
          <p:cNvSpPr txBox="1"/>
          <p:nvPr>
            <p:ph idx="12" type="sldNum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8b8cd57c9_0_365"/>
          <p:cNvSpPr txBox="1"/>
          <p:nvPr>
            <p:ph type="title"/>
          </p:nvPr>
        </p:nvSpPr>
        <p:spPr>
          <a:xfrm>
            <a:off x="843301" y="638750"/>
            <a:ext cx="92391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6.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Division of Work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c8b8cd57c9_0_365"/>
          <p:cNvSpPr txBox="1"/>
          <p:nvPr>
            <p:ph idx="1" type="body"/>
          </p:nvPr>
        </p:nvSpPr>
        <p:spPr>
          <a:xfrm>
            <a:off x="843300" y="1461950"/>
            <a:ext cx="92391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Structure (4 Students)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c8b8cd57c9_0_365"/>
          <p:cNvSpPr txBox="1"/>
          <p:nvPr/>
        </p:nvSpPr>
        <p:spPr>
          <a:xfrm>
            <a:off x="843300" y="1904750"/>
            <a:ext cx="5041800" cy="42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9FB8"/>
                </a:solidFill>
                <a:latin typeface="Calibri"/>
                <a:ea typeface="Calibri"/>
                <a:cs typeface="Calibri"/>
                <a:sym typeface="Calibri"/>
              </a:rPr>
              <a:t>Member 1 – Crane Engineer</a:t>
            </a:r>
            <a:endParaRPr b="1" sz="2000">
              <a:solidFill>
                <a:srgbClr val="009F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crane kinematics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pick/place logic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joint precision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Estimated: 35–40 hours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9FB8"/>
                </a:solidFill>
                <a:latin typeface="Calibri"/>
                <a:ea typeface="Calibri"/>
                <a:cs typeface="Calibri"/>
                <a:sym typeface="Calibri"/>
              </a:rPr>
              <a:t>Member 2 – Conveyor Engineer</a:t>
            </a:r>
            <a:endParaRPr b="1" sz="2000">
              <a:solidFill>
                <a:srgbClr val="009F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conveyor motor system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trigger logic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Timing synchronization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Estimated: 25–30 hours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c8b8cd57c9_0_365"/>
          <p:cNvSpPr txBox="1"/>
          <p:nvPr/>
        </p:nvSpPr>
        <p:spPr>
          <a:xfrm>
            <a:off x="6218150" y="1904750"/>
            <a:ext cx="53490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9FB8"/>
                </a:solidFill>
                <a:latin typeface="Calibri"/>
                <a:ea typeface="Calibri"/>
                <a:cs typeface="Calibri"/>
                <a:sym typeface="Calibri"/>
              </a:rPr>
              <a:t>Member 3 – Vehicle Engineer</a:t>
            </a:r>
            <a:endParaRPr b="1" sz="2000">
              <a:solidFill>
                <a:srgbClr val="009F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Navigation logic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detection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Push-return system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Estimated: 35–40 hours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9FB8"/>
                </a:solidFill>
                <a:latin typeface="Calibri"/>
                <a:ea typeface="Calibri"/>
                <a:cs typeface="Calibri"/>
                <a:sym typeface="Calibri"/>
              </a:rPr>
              <a:t>Member 4 – System Integrator</a:t>
            </a:r>
            <a:endParaRPr b="1" sz="2000">
              <a:solidFill>
                <a:srgbClr val="009F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Supervisor controller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Communication design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testing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management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Estimated: 40–45 hours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c8b8cd57c9_0_365"/>
          <p:cNvSpPr txBox="1"/>
          <p:nvPr>
            <p:ph idx="12" type="sldNum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>
            <p:ph type="ctrTitle"/>
          </p:nvPr>
        </p:nvSpPr>
        <p:spPr>
          <a:xfrm>
            <a:off x="4090200" y="3053550"/>
            <a:ext cx="40116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09FB8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>
              <a:solidFill>
                <a:srgbClr val="009FB8"/>
              </a:solidFill>
            </a:endParaRPr>
          </a:p>
        </p:txBody>
      </p:sp>
      <p:sp>
        <p:nvSpPr>
          <p:cNvPr id="152" name="Google Shape;152;p7"/>
          <p:cNvSpPr txBox="1"/>
          <p:nvPr>
            <p:ph idx="11" type="ftr"/>
          </p:nvPr>
        </p:nvSpPr>
        <p:spPr>
          <a:xfrm>
            <a:off x="510946" y="6228279"/>
            <a:ext cx="28854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UEF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// School of Computing</a:t>
            </a:r>
            <a:endParaRPr/>
          </a:p>
        </p:txBody>
      </p:sp>
      <p:sp>
        <p:nvSpPr>
          <p:cNvPr id="153" name="Google Shape;153;p7"/>
          <p:cNvSpPr txBox="1"/>
          <p:nvPr>
            <p:ph idx="12" type="sldNum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FB8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2024-11-05T18:07:07Z</dcterms:created>
  <dc:creator>Satu Tuomainen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2024-11-05T00:00:00Z</vt:filetime>
  </property>
  <property fmtid="{D5CDD505-2E9C-101B-9397-08002B2CF9AE}" pid="5" name="Producer">
    <vt:lpwstr>3-Heights(TM) PDF Security Shell 4.8.25.2 (http://www.pdf-tools.com)</vt:lpwstr>
  </property>
</Properties>
</file>